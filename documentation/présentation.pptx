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8" r:id="rId10"/>
    <p:sldId id="269" r:id="rId11"/>
    <p:sldId id="265" r:id="rId12"/>
    <p:sldId id="263" r:id="rId13"/>
    <p:sldId id="264" r:id="rId14"/>
    <p:sldId id="266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jpeg"/><Relationship Id="rId1" Type="http://schemas.openxmlformats.org/officeDocument/2006/relationships/image" Target="../media/image5.png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jpeg"/><Relationship Id="rId1" Type="http://schemas.openxmlformats.org/officeDocument/2006/relationships/image" Target="../media/image5.png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672234-2035-4029-9680-33EBF42FC0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CH"/>
        </a:p>
      </dgm:t>
    </dgm:pt>
    <dgm:pt modelId="{C6338679-8D54-4FCE-AA7D-67D7310C39C1}">
      <dgm:prSet/>
      <dgm:spPr/>
      <dgm:t>
        <a:bodyPr/>
        <a:lstStyle/>
        <a:p>
          <a:pPr rtl="0"/>
          <a:r>
            <a:rPr lang="fr-CH" smtClean="0"/>
            <a:t>Informer sur l’oculométrie</a:t>
          </a:r>
          <a:endParaRPr lang="fr-CH"/>
        </a:p>
      </dgm:t>
    </dgm:pt>
    <dgm:pt modelId="{52435F38-0FE0-4DB4-A399-1DB678AA18A8}" type="parTrans" cxnId="{15AEDB2F-1018-4846-956D-1BD24431A1F3}">
      <dgm:prSet/>
      <dgm:spPr/>
      <dgm:t>
        <a:bodyPr/>
        <a:lstStyle/>
        <a:p>
          <a:endParaRPr lang="fr-CH"/>
        </a:p>
      </dgm:t>
    </dgm:pt>
    <dgm:pt modelId="{979A6E7A-6778-4102-9554-E7750B0F8E7B}" type="sibTrans" cxnId="{15AEDB2F-1018-4846-956D-1BD24431A1F3}">
      <dgm:prSet/>
      <dgm:spPr/>
      <dgm:t>
        <a:bodyPr/>
        <a:lstStyle/>
        <a:p>
          <a:endParaRPr lang="fr-CH"/>
        </a:p>
      </dgm:t>
    </dgm:pt>
    <dgm:pt modelId="{846A27A0-4872-4AE0-96A3-17AC8C92513A}">
      <dgm:prSet/>
      <dgm:spPr/>
      <dgm:t>
        <a:bodyPr/>
        <a:lstStyle/>
        <a:p>
          <a:pPr rtl="0"/>
          <a:r>
            <a:rPr lang="fr-CH" smtClean="0"/>
            <a:t>Donner une idée des possibilités avec le démonstrateur</a:t>
          </a:r>
          <a:endParaRPr lang="fr-CH"/>
        </a:p>
      </dgm:t>
    </dgm:pt>
    <dgm:pt modelId="{BF7FF322-380C-41DC-98A0-938046941D50}" type="parTrans" cxnId="{E9AEF5EC-375E-4695-8B6E-3F8A565EF872}">
      <dgm:prSet/>
      <dgm:spPr/>
      <dgm:t>
        <a:bodyPr/>
        <a:lstStyle/>
        <a:p>
          <a:endParaRPr lang="fr-CH"/>
        </a:p>
      </dgm:t>
    </dgm:pt>
    <dgm:pt modelId="{D21487F6-B7DA-4BA7-BDD7-D208D8B7CAA3}" type="sibTrans" cxnId="{E9AEF5EC-375E-4695-8B6E-3F8A565EF872}">
      <dgm:prSet/>
      <dgm:spPr/>
      <dgm:t>
        <a:bodyPr/>
        <a:lstStyle/>
        <a:p>
          <a:endParaRPr lang="fr-CH"/>
        </a:p>
      </dgm:t>
    </dgm:pt>
    <dgm:pt modelId="{99CE30CC-E9C8-49C1-AE60-957B3871D152}" type="pres">
      <dgm:prSet presAssocID="{7F672234-2035-4029-9680-33EBF42FC02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CH"/>
        </a:p>
      </dgm:t>
    </dgm:pt>
    <dgm:pt modelId="{129E72CC-3FE6-425B-B060-E108414AEF92}" type="pres">
      <dgm:prSet presAssocID="{C6338679-8D54-4FCE-AA7D-67D7310C39C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B809310B-C095-4490-B385-598E27C0421A}" type="pres">
      <dgm:prSet presAssocID="{979A6E7A-6778-4102-9554-E7750B0F8E7B}" presName="spacer" presStyleCnt="0"/>
      <dgm:spPr/>
    </dgm:pt>
    <dgm:pt modelId="{514E9CCD-C288-437D-9FD9-2588A7E2DEFD}" type="pres">
      <dgm:prSet presAssocID="{846A27A0-4872-4AE0-96A3-17AC8C92513A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</dgm:ptLst>
  <dgm:cxnLst>
    <dgm:cxn modelId="{FF87B51C-36E8-48F0-A7E6-059F27C81ABE}" type="presOf" srcId="{846A27A0-4872-4AE0-96A3-17AC8C92513A}" destId="{514E9CCD-C288-437D-9FD9-2588A7E2DEFD}" srcOrd="0" destOrd="0" presId="urn:microsoft.com/office/officeart/2005/8/layout/vList2"/>
    <dgm:cxn modelId="{15AEDB2F-1018-4846-956D-1BD24431A1F3}" srcId="{7F672234-2035-4029-9680-33EBF42FC025}" destId="{C6338679-8D54-4FCE-AA7D-67D7310C39C1}" srcOrd="0" destOrd="0" parTransId="{52435F38-0FE0-4DB4-A399-1DB678AA18A8}" sibTransId="{979A6E7A-6778-4102-9554-E7750B0F8E7B}"/>
    <dgm:cxn modelId="{E9AEF5EC-375E-4695-8B6E-3F8A565EF872}" srcId="{7F672234-2035-4029-9680-33EBF42FC025}" destId="{846A27A0-4872-4AE0-96A3-17AC8C92513A}" srcOrd="1" destOrd="0" parTransId="{BF7FF322-380C-41DC-98A0-938046941D50}" sibTransId="{D21487F6-B7DA-4BA7-BDD7-D208D8B7CAA3}"/>
    <dgm:cxn modelId="{93341FB0-25A9-4D08-A48D-01A79EA38762}" type="presOf" srcId="{C6338679-8D54-4FCE-AA7D-67D7310C39C1}" destId="{129E72CC-3FE6-425B-B060-E108414AEF92}" srcOrd="0" destOrd="0" presId="urn:microsoft.com/office/officeart/2005/8/layout/vList2"/>
    <dgm:cxn modelId="{8274723E-FF70-45D6-9F88-E9D6E8862B79}" type="presOf" srcId="{7F672234-2035-4029-9680-33EBF42FC025}" destId="{99CE30CC-E9C8-49C1-AE60-957B3871D152}" srcOrd="0" destOrd="0" presId="urn:microsoft.com/office/officeart/2005/8/layout/vList2"/>
    <dgm:cxn modelId="{E205BF2B-5CE3-435C-88CE-92A644936BCC}" type="presParOf" srcId="{99CE30CC-E9C8-49C1-AE60-957B3871D152}" destId="{129E72CC-3FE6-425B-B060-E108414AEF92}" srcOrd="0" destOrd="0" presId="urn:microsoft.com/office/officeart/2005/8/layout/vList2"/>
    <dgm:cxn modelId="{C44A1DC7-3DDB-4EDF-9A07-CB66AC4B3EDC}" type="presParOf" srcId="{99CE30CC-E9C8-49C1-AE60-957B3871D152}" destId="{B809310B-C095-4490-B385-598E27C0421A}" srcOrd="1" destOrd="0" presId="urn:microsoft.com/office/officeart/2005/8/layout/vList2"/>
    <dgm:cxn modelId="{1B6AA39F-924F-45B9-9020-584264CEC622}" type="presParOf" srcId="{99CE30CC-E9C8-49C1-AE60-957B3871D152}" destId="{514E9CCD-C288-437D-9FD9-2588A7E2DEF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278758-0F4A-48F7-8D15-D28463C021A9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H"/>
        </a:p>
      </dgm:t>
    </dgm:pt>
    <dgm:pt modelId="{E7C1638D-BB63-415E-AF73-A383B0AD0D51}">
      <dgm:prSet custT="1"/>
      <dgm:spPr/>
      <dgm:t>
        <a:bodyPr/>
        <a:lstStyle/>
        <a:p>
          <a:pPr rtl="0"/>
          <a:r>
            <a:rPr lang="fr-CH" sz="1100" dirty="0" smtClean="0"/>
            <a:t>Introduction</a:t>
          </a:r>
          <a:endParaRPr lang="fr-CH" sz="1100" dirty="0"/>
        </a:p>
      </dgm:t>
    </dgm:pt>
    <dgm:pt modelId="{5F272847-67AC-4EF0-A24A-C34380CE278B}" type="parTrans" cxnId="{46D9406A-CB24-4057-A7A7-0D8EFFE820BB}">
      <dgm:prSet/>
      <dgm:spPr/>
      <dgm:t>
        <a:bodyPr/>
        <a:lstStyle/>
        <a:p>
          <a:endParaRPr lang="fr-CH"/>
        </a:p>
      </dgm:t>
    </dgm:pt>
    <dgm:pt modelId="{AFEFB325-44DE-4C92-9519-F93DE2201986}" type="sibTrans" cxnId="{46D9406A-CB24-4057-A7A7-0D8EFFE820BB}">
      <dgm:prSet/>
      <dgm:spPr/>
      <dgm:t>
        <a:bodyPr/>
        <a:lstStyle/>
        <a:p>
          <a:endParaRPr lang="fr-CH"/>
        </a:p>
      </dgm:t>
    </dgm:pt>
    <dgm:pt modelId="{AC09AC4B-1730-4503-8DEC-D3EC205540C0}">
      <dgm:prSet custT="1"/>
      <dgm:spPr/>
      <dgm:t>
        <a:bodyPr/>
        <a:lstStyle/>
        <a:p>
          <a:pPr rtl="0"/>
          <a:r>
            <a:rPr lang="fr-CH" sz="1100" dirty="0" smtClean="0"/>
            <a:t>Résultats obtenus</a:t>
          </a:r>
          <a:endParaRPr lang="fr-CH" sz="1100" dirty="0"/>
        </a:p>
      </dgm:t>
    </dgm:pt>
    <dgm:pt modelId="{48101D4E-EEA1-4724-BECD-041609D54675}" type="parTrans" cxnId="{E0B7657C-10AA-43EB-BB38-AC3D67BD69C4}">
      <dgm:prSet/>
      <dgm:spPr/>
      <dgm:t>
        <a:bodyPr/>
        <a:lstStyle/>
        <a:p>
          <a:endParaRPr lang="fr-CH"/>
        </a:p>
      </dgm:t>
    </dgm:pt>
    <dgm:pt modelId="{2AC6D7F5-D80F-44C3-9920-8E6BFB7FFEFB}" type="sibTrans" cxnId="{E0B7657C-10AA-43EB-BB38-AC3D67BD69C4}">
      <dgm:prSet/>
      <dgm:spPr/>
      <dgm:t>
        <a:bodyPr/>
        <a:lstStyle/>
        <a:p>
          <a:endParaRPr lang="fr-CH"/>
        </a:p>
      </dgm:t>
    </dgm:pt>
    <dgm:pt modelId="{364F4898-54CC-4B35-873D-85880048104E}">
      <dgm:prSet custT="1"/>
      <dgm:spPr/>
      <dgm:t>
        <a:bodyPr/>
        <a:lstStyle/>
        <a:p>
          <a:pPr rtl="0"/>
          <a:r>
            <a:rPr lang="fr-CH" sz="1100" smtClean="0"/>
            <a:t>Les actions possibles</a:t>
          </a:r>
          <a:endParaRPr lang="fr-CH" sz="1100"/>
        </a:p>
      </dgm:t>
    </dgm:pt>
    <dgm:pt modelId="{55CA2258-C0A6-480F-BD69-89954479C7D3}" type="parTrans" cxnId="{2491404D-B81F-4133-A928-5EDD9F9DD896}">
      <dgm:prSet/>
      <dgm:spPr/>
      <dgm:t>
        <a:bodyPr/>
        <a:lstStyle/>
        <a:p>
          <a:endParaRPr lang="fr-CH"/>
        </a:p>
      </dgm:t>
    </dgm:pt>
    <dgm:pt modelId="{5CD92870-63F2-4280-B64D-AD95972ACF9D}" type="sibTrans" cxnId="{2491404D-B81F-4133-A928-5EDD9F9DD896}">
      <dgm:prSet/>
      <dgm:spPr/>
      <dgm:t>
        <a:bodyPr/>
        <a:lstStyle/>
        <a:p>
          <a:endParaRPr lang="fr-CH"/>
        </a:p>
      </dgm:t>
    </dgm:pt>
    <dgm:pt modelId="{36512236-D7F4-47AA-9B1A-103F6F5A53AD}">
      <dgm:prSet custT="1"/>
      <dgm:spPr/>
      <dgm:t>
        <a:bodyPr/>
        <a:lstStyle/>
        <a:p>
          <a:pPr rtl="0"/>
          <a:r>
            <a:rPr lang="fr-CH" sz="1100" smtClean="0"/>
            <a:t>Les challenges</a:t>
          </a:r>
          <a:endParaRPr lang="fr-CH" sz="1100"/>
        </a:p>
      </dgm:t>
    </dgm:pt>
    <dgm:pt modelId="{5BD84502-46F4-4383-963F-B72E28C2C011}" type="parTrans" cxnId="{34357FF0-0E57-4102-83D1-2D420586AD6C}">
      <dgm:prSet/>
      <dgm:spPr/>
      <dgm:t>
        <a:bodyPr/>
        <a:lstStyle/>
        <a:p>
          <a:endParaRPr lang="fr-CH"/>
        </a:p>
      </dgm:t>
    </dgm:pt>
    <dgm:pt modelId="{F0FD6887-4C3D-48BA-95F9-04D9CDF7EDB8}" type="sibTrans" cxnId="{34357FF0-0E57-4102-83D1-2D420586AD6C}">
      <dgm:prSet/>
      <dgm:spPr/>
      <dgm:t>
        <a:bodyPr/>
        <a:lstStyle/>
        <a:p>
          <a:endParaRPr lang="fr-CH"/>
        </a:p>
      </dgm:t>
    </dgm:pt>
    <dgm:pt modelId="{03C74F94-28A2-41FD-A444-69899670E7B1}">
      <dgm:prSet custT="1"/>
      <dgm:spPr/>
      <dgm:t>
        <a:bodyPr/>
        <a:lstStyle/>
        <a:p>
          <a:pPr rtl="0"/>
          <a:r>
            <a:rPr lang="fr-CH" sz="1100" dirty="0" smtClean="0"/>
            <a:t>Démonstration</a:t>
          </a:r>
          <a:endParaRPr lang="fr-CH" sz="1100" dirty="0"/>
        </a:p>
      </dgm:t>
    </dgm:pt>
    <dgm:pt modelId="{A0264A46-77A3-44D5-9E94-A8028C4B4078}" type="parTrans" cxnId="{0C579260-407D-4D36-90C5-4B73C778C843}">
      <dgm:prSet/>
      <dgm:spPr/>
      <dgm:t>
        <a:bodyPr/>
        <a:lstStyle/>
        <a:p>
          <a:endParaRPr lang="fr-CH"/>
        </a:p>
      </dgm:t>
    </dgm:pt>
    <dgm:pt modelId="{15A3ADB8-31D7-4986-956C-89C4E4077D7E}" type="sibTrans" cxnId="{0C579260-407D-4D36-90C5-4B73C778C843}">
      <dgm:prSet/>
      <dgm:spPr/>
      <dgm:t>
        <a:bodyPr/>
        <a:lstStyle/>
        <a:p>
          <a:endParaRPr lang="fr-CH"/>
        </a:p>
      </dgm:t>
    </dgm:pt>
    <dgm:pt modelId="{F6C55992-7941-47A4-889E-014DBD160B9D}">
      <dgm:prSet custT="1"/>
      <dgm:spPr/>
      <dgm:t>
        <a:bodyPr/>
        <a:lstStyle/>
        <a:p>
          <a:pPr rtl="0"/>
          <a:r>
            <a:rPr lang="fr-CH" sz="1100" dirty="0" smtClean="0"/>
            <a:t>Améliorations possibles</a:t>
          </a:r>
          <a:endParaRPr lang="fr-CH" sz="1100" dirty="0"/>
        </a:p>
      </dgm:t>
    </dgm:pt>
    <dgm:pt modelId="{2F99B999-7592-4CF3-8D39-60FAA7970351}" type="parTrans" cxnId="{746A9F9D-447B-422E-A2AD-6458BB3F0370}">
      <dgm:prSet/>
      <dgm:spPr/>
      <dgm:t>
        <a:bodyPr/>
        <a:lstStyle/>
        <a:p>
          <a:endParaRPr lang="fr-CH"/>
        </a:p>
      </dgm:t>
    </dgm:pt>
    <dgm:pt modelId="{19D3BD98-0A61-4B3A-BF76-518AF7408A68}" type="sibTrans" cxnId="{746A9F9D-447B-422E-A2AD-6458BB3F0370}">
      <dgm:prSet/>
      <dgm:spPr/>
      <dgm:t>
        <a:bodyPr/>
        <a:lstStyle/>
        <a:p>
          <a:endParaRPr lang="fr-CH"/>
        </a:p>
      </dgm:t>
    </dgm:pt>
    <dgm:pt modelId="{522BE0F9-19F8-4CC9-AE1E-55CB685DFAFD}">
      <dgm:prSet custT="1"/>
      <dgm:spPr/>
      <dgm:t>
        <a:bodyPr/>
        <a:lstStyle/>
        <a:p>
          <a:pPr rtl="0"/>
          <a:r>
            <a:rPr lang="fr-CH" sz="1100" smtClean="0"/>
            <a:t>Conclusion</a:t>
          </a:r>
          <a:endParaRPr lang="fr-CH" sz="1100"/>
        </a:p>
      </dgm:t>
    </dgm:pt>
    <dgm:pt modelId="{92451EBA-2D92-4A25-9E0F-986748D00226}" type="parTrans" cxnId="{5B72253F-5A5B-411A-884E-3DE56EAB9F71}">
      <dgm:prSet/>
      <dgm:spPr/>
      <dgm:t>
        <a:bodyPr/>
        <a:lstStyle/>
        <a:p>
          <a:endParaRPr lang="fr-CH"/>
        </a:p>
      </dgm:t>
    </dgm:pt>
    <dgm:pt modelId="{E3CEE2A7-F034-4177-B17B-CEF8D596C696}" type="sibTrans" cxnId="{5B72253F-5A5B-411A-884E-3DE56EAB9F71}">
      <dgm:prSet/>
      <dgm:spPr/>
      <dgm:t>
        <a:bodyPr/>
        <a:lstStyle/>
        <a:p>
          <a:endParaRPr lang="fr-CH"/>
        </a:p>
      </dgm:t>
    </dgm:pt>
    <dgm:pt modelId="{13486162-77B4-4C16-A8A4-5D39FEE59A65}">
      <dgm:prSet custT="1"/>
      <dgm:spPr/>
      <dgm:t>
        <a:bodyPr/>
        <a:lstStyle/>
        <a:p>
          <a:pPr rtl="0"/>
          <a:r>
            <a:rPr lang="fr-CH" sz="1100" dirty="0" smtClean="0"/>
            <a:t>Démonstration</a:t>
          </a:r>
          <a:endParaRPr lang="fr-CH" sz="1100" dirty="0"/>
        </a:p>
      </dgm:t>
    </dgm:pt>
    <dgm:pt modelId="{5CE09D78-994A-4465-BE44-AD5CBAB837F8}" type="parTrans" cxnId="{D9FEB9AC-9711-4420-B073-5633D82BE029}">
      <dgm:prSet/>
      <dgm:spPr/>
      <dgm:t>
        <a:bodyPr/>
        <a:lstStyle/>
        <a:p>
          <a:endParaRPr lang="fr-CH"/>
        </a:p>
      </dgm:t>
    </dgm:pt>
    <dgm:pt modelId="{0FFB5EEC-D3A8-49C3-B9A8-08B8F3D8371C}" type="sibTrans" cxnId="{D9FEB9AC-9711-4420-B073-5633D82BE029}">
      <dgm:prSet/>
      <dgm:spPr/>
      <dgm:t>
        <a:bodyPr/>
        <a:lstStyle/>
        <a:p>
          <a:endParaRPr lang="fr-CH"/>
        </a:p>
      </dgm:t>
    </dgm:pt>
    <dgm:pt modelId="{4D706EE9-EE3E-434E-91E4-4112CC35D58F}">
      <dgm:prSet custT="1"/>
      <dgm:spPr/>
      <dgm:t>
        <a:bodyPr/>
        <a:lstStyle/>
        <a:p>
          <a:pPr rtl="0"/>
          <a:r>
            <a:rPr lang="fr-CH" sz="900" dirty="0" smtClean="0"/>
            <a:t>par mes soins</a:t>
          </a:r>
          <a:endParaRPr lang="fr-CH" sz="900" dirty="0"/>
        </a:p>
      </dgm:t>
    </dgm:pt>
    <dgm:pt modelId="{59F959DC-C047-4482-85D4-5F821D630AB4}" type="parTrans" cxnId="{4402C0DD-F435-4BC4-8BDF-3513799F4D76}">
      <dgm:prSet/>
      <dgm:spPr/>
      <dgm:t>
        <a:bodyPr/>
        <a:lstStyle/>
        <a:p>
          <a:endParaRPr lang="fr-CH"/>
        </a:p>
      </dgm:t>
    </dgm:pt>
    <dgm:pt modelId="{14F8D60F-6E00-4E15-A939-23BDC283AF33}" type="sibTrans" cxnId="{4402C0DD-F435-4BC4-8BDF-3513799F4D76}">
      <dgm:prSet/>
      <dgm:spPr/>
      <dgm:t>
        <a:bodyPr/>
        <a:lstStyle/>
        <a:p>
          <a:endParaRPr lang="fr-CH"/>
        </a:p>
      </dgm:t>
    </dgm:pt>
    <dgm:pt modelId="{1646B81D-97B1-4042-9005-112372DAE2AA}">
      <dgm:prSet custT="1"/>
      <dgm:spPr/>
      <dgm:t>
        <a:bodyPr/>
        <a:lstStyle/>
        <a:p>
          <a:pPr rtl="0"/>
          <a:r>
            <a:rPr lang="fr-CH" sz="900" dirty="0" smtClean="0"/>
            <a:t>par un volontaire</a:t>
          </a:r>
          <a:endParaRPr lang="fr-CH" sz="900" dirty="0"/>
        </a:p>
      </dgm:t>
    </dgm:pt>
    <dgm:pt modelId="{E9C6D835-8A65-42ED-A0E5-52A471ABCFFE}" type="parTrans" cxnId="{768FCCB2-8047-43E9-ABC9-112009850D02}">
      <dgm:prSet/>
      <dgm:spPr/>
      <dgm:t>
        <a:bodyPr/>
        <a:lstStyle/>
        <a:p>
          <a:endParaRPr lang="fr-CH"/>
        </a:p>
      </dgm:t>
    </dgm:pt>
    <dgm:pt modelId="{0F2A5A2F-7F0F-4F42-B092-8FB3862FC66F}" type="sibTrans" cxnId="{768FCCB2-8047-43E9-ABC9-112009850D02}">
      <dgm:prSet/>
      <dgm:spPr/>
      <dgm:t>
        <a:bodyPr/>
        <a:lstStyle/>
        <a:p>
          <a:endParaRPr lang="fr-CH"/>
        </a:p>
      </dgm:t>
    </dgm:pt>
    <dgm:pt modelId="{3AF800E5-7394-4BC2-9248-015C3C08FF49}" type="pres">
      <dgm:prSet presAssocID="{D2278758-0F4A-48F7-8D15-D28463C021A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CH"/>
        </a:p>
      </dgm:t>
    </dgm:pt>
    <dgm:pt modelId="{8A89F3A9-40B2-4378-9568-3FA328598691}" type="pres">
      <dgm:prSet presAssocID="{D2278758-0F4A-48F7-8D15-D28463C021A9}" presName="bkgdShp" presStyleLbl="alignAccFollowNode1" presStyleIdx="0" presStyleCnt="1"/>
      <dgm:spPr/>
    </dgm:pt>
    <dgm:pt modelId="{E4BE6032-EB3F-43AF-B05A-EFD6372CC4ED}" type="pres">
      <dgm:prSet presAssocID="{D2278758-0F4A-48F7-8D15-D28463C021A9}" presName="linComp" presStyleCnt="0"/>
      <dgm:spPr/>
    </dgm:pt>
    <dgm:pt modelId="{9A9A89F8-94B3-4AE9-8399-F3CFEF7C2A4F}" type="pres">
      <dgm:prSet presAssocID="{E7C1638D-BB63-415E-AF73-A383B0AD0D51}" presName="compNode" presStyleCnt="0"/>
      <dgm:spPr/>
    </dgm:pt>
    <dgm:pt modelId="{990939C6-ECCC-481D-89C7-5CE8C59617A0}" type="pres">
      <dgm:prSet presAssocID="{E7C1638D-BB63-415E-AF73-A383B0AD0D51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0327484A-37AE-4062-9572-C1BC60769EAF}" type="pres">
      <dgm:prSet presAssocID="{E7C1638D-BB63-415E-AF73-A383B0AD0D51}" presName="invisiNode" presStyleLbl="node1" presStyleIdx="0" presStyleCnt="8"/>
      <dgm:spPr/>
    </dgm:pt>
    <dgm:pt modelId="{84C63E5B-FDBE-4830-85B7-D8593A7C8D76}" type="pres">
      <dgm:prSet presAssocID="{E7C1638D-BB63-415E-AF73-A383B0AD0D51}" presName="imagNode" presStyleLbl="fgImgPlac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BBE3872-AF65-4446-949D-68D0F1B2E02C}" type="pres">
      <dgm:prSet presAssocID="{AFEFB325-44DE-4C92-9519-F93DE2201986}" presName="sibTrans" presStyleLbl="sibTrans2D1" presStyleIdx="0" presStyleCnt="0"/>
      <dgm:spPr/>
      <dgm:t>
        <a:bodyPr/>
        <a:lstStyle/>
        <a:p>
          <a:endParaRPr lang="fr-CH"/>
        </a:p>
      </dgm:t>
    </dgm:pt>
    <dgm:pt modelId="{F87DA8DD-C53D-4FE9-9147-853A291549EC}" type="pres">
      <dgm:prSet presAssocID="{AC09AC4B-1730-4503-8DEC-D3EC205540C0}" presName="compNode" presStyleCnt="0"/>
      <dgm:spPr/>
    </dgm:pt>
    <dgm:pt modelId="{600B3E02-4025-4FC4-BDDE-E31C9FE8534B}" type="pres">
      <dgm:prSet presAssocID="{AC09AC4B-1730-4503-8DEC-D3EC205540C0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F4E36DC0-BA81-4DA1-94BF-641256F19660}" type="pres">
      <dgm:prSet presAssocID="{AC09AC4B-1730-4503-8DEC-D3EC205540C0}" presName="invisiNode" presStyleLbl="node1" presStyleIdx="1" presStyleCnt="8"/>
      <dgm:spPr/>
    </dgm:pt>
    <dgm:pt modelId="{9129898E-6A98-451D-82E8-F489C706DF9C}" type="pres">
      <dgm:prSet presAssocID="{AC09AC4B-1730-4503-8DEC-D3EC205540C0}" presName="imagNode" presStyleLbl="fgImgPlace1" presStyleIdx="1" presStyleCnt="8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6EFFF472-5B7C-49B8-8535-CB70AB6CFDFD}" type="pres">
      <dgm:prSet presAssocID="{2AC6D7F5-D80F-44C3-9920-8E6BFB7FFEFB}" presName="sibTrans" presStyleLbl="sibTrans2D1" presStyleIdx="0" presStyleCnt="0"/>
      <dgm:spPr/>
      <dgm:t>
        <a:bodyPr/>
        <a:lstStyle/>
        <a:p>
          <a:endParaRPr lang="fr-CH"/>
        </a:p>
      </dgm:t>
    </dgm:pt>
    <dgm:pt modelId="{7B58CBA8-EC19-4E93-8A77-FDF23D797EA2}" type="pres">
      <dgm:prSet presAssocID="{364F4898-54CC-4B35-873D-85880048104E}" presName="compNode" presStyleCnt="0"/>
      <dgm:spPr/>
    </dgm:pt>
    <dgm:pt modelId="{FC5D4D2B-1A43-4174-9768-6E913DC122B5}" type="pres">
      <dgm:prSet presAssocID="{364F4898-54CC-4B35-873D-85880048104E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31510256-C3E8-49F4-ACD9-E00537BCF21B}" type="pres">
      <dgm:prSet presAssocID="{364F4898-54CC-4B35-873D-85880048104E}" presName="invisiNode" presStyleLbl="node1" presStyleIdx="2" presStyleCnt="8"/>
      <dgm:spPr/>
    </dgm:pt>
    <dgm:pt modelId="{8C330A59-78D2-44FF-982F-C3F5CB8B77D0}" type="pres">
      <dgm:prSet presAssocID="{364F4898-54CC-4B35-873D-85880048104E}" presName="imagNode" presStyleLbl="fgImgPlace1" presStyleIdx="2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  <dgm:pt modelId="{BD4B5134-F0BE-421C-BFA5-037089D13A06}" type="pres">
      <dgm:prSet presAssocID="{5CD92870-63F2-4280-B64D-AD95972ACF9D}" presName="sibTrans" presStyleLbl="sibTrans2D1" presStyleIdx="0" presStyleCnt="0"/>
      <dgm:spPr/>
      <dgm:t>
        <a:bodyPr/>
        <a:lstStyle/>
        <a:p>
          <a:endParaRPr lang="fr-CH"/>
        </a:p>
      </dgm:t>
    </dgm:pt>
    <dgm:pt modelId="{DEC64545-8E93-46C5-A10A-3422E030F6EF}" type="pres">
      <dgm:prSet presAssocID="{36512236-D7F4-47AA-9B1A-103F6F5A53AD}" presName="compNode" presStyleCnt="0"/>
      <dgm:spPr/>
    </dgm:pt>
    <dgm:pt modelId="{60680524-687B-4A5D-9447-F842C87CB57D}" type="pres">
      <dgm:prSet presAssocID="{36512236-D7F4-47AA-9B1A-103F6F5A53AD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CC8C9A09-1416-4F06-9E14-226CC8333FBF}" type="pres">
      <dgm:prSet presAssocID="{36512236-D7F4-47AA-9B1A-103F6F5A53AD}" presName="invisiNode" presStyleLbl="node1" presStyleIdx="3" presStyleCnt="8"/>
      <dgm:spPr/>
    </dgm:pt>
    <dgm:pt modelId="{0E99E27D-8CAD-43E2-B751-54EDE4A8EC3F}" type="pres">
      <dgm:prSet presAssocID="{36512236-D7F4-47AA-9B1A-103F6F5A53AD}" presName="imagNode" presStyleLbl="fgImgPlace1" presStyleIdx="3" presStyleCnt="8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  <dgm:t>
        <a:bodyPr/>
        <a:lstStyle/>
        <a:p>
          <a:endParaRPr lang="fr-CH"/>
        </a:p>
      </dgm:t>
    </dgm:pt>
    <dgm:pt modelId="{2136E7D0-CA85-4D61-8897-FBEEB0381C27}" type="pres">
      <dgm:prSet presAssocID="{F0FD6887-4C3D-48BA-95F9-04D9CDF7EDB8}" presName="sibTrans" presStyleLbl="sibTrans2D1" presStyleIdx="0" presStyleCnt="0"/>
      <dgm:spPr/>
      <dgm:t>
        <a:bodyPr/>
        <a:lstStyle/>
        <a:p>
          <a:endParaRPr lang="fr-CH"/>
        </a:p>
      </dgm:t>
    </dgm:pt>
    <dgm:pt modelId="{862F0167-E87E-4244-84F6-88BCB4BCFB8C}" type="pres">
      <dgm:prSet presAssocID="{03C74F94-28A2-41FD-A444-69899670E7B1}" presName="compNode" presStyleCnt="0"/>
      <dgm:spPr/>
    </dgm:pt>
    <dgm:pt modelId="{D675283E-D047-429A-8560-A18A2ADC95A9}" type="pres">
      <dgm:prSet presAssocID="{03C74F94-28A2-41FD-A444-69899670E7B1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346D2652-A3AA-4EAD-89E0-AB2C2B63CC81}" type="pres">
      <dgm:prSet presAssocID="{03C74F94-28A2-41FD-A444-69899670E7B1}" presName="invisiNode" presStyleLbl="node1" presStyleIdx="4" presStyleCnt="8"/>
      <dgm:spPr/>
    </dgm:pt>
    <dgm:pt modelId="{5509112F-1F69-4DCB-B0BC-979D0D5D36A1}" type="pres">
      <dgm:prSet presAssocID="{03C74F94-28A2-41FD-A444-69899670E7B1}" presName="imagNode" presStyleLbl="fgImgPlace1" presStyleIdx="4" presStyleCnt="8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</dgm:pt>
    <dgm:pt modelId="{211C88A3-0686-4895-8BA5-3440C7DEAF3E}" type="pres">
      <dgm:prSet presAssocID="{15A3ADB8-31D7-4986-956C-89C4E4077D7E}" presName="sibTrans" presStyleLbl="sibTrans2D1" presStyleIdx="0" presStyleCnt="0"/>
      <dgm:spPr/>
      <dgm:t>
        <a:bodyPr/>
        <a:lstStyle/>
        <a:p>
          <a:endParaRPr lang="fr-CH"/>
        </a:p>
      </dgm:t>
    </dgm:pt>
    <dgm:pt modelId="{EFB67C13-EF39-4832-AFC9-C36A39840731}" type="pres">
      <dgm:prSet presAssocID="{F6C55992-7941-47A4-889E-014DBD160B9D}" presName="compNode" presStyleCnt="0"/>
      <dgm:spPr/>
    </dgm:pt>
    <dgm:pt modelId="{E0FCD1B4-40EB-4DBE-B18E-2A3A151B80F8}" type="pres">
      <dgm:prSet presAssocID="{F6C55992-7941-47A4-889E-014DBD160B9D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DB7A2A42-880C-4449-BF97-CEB21919A8EA}" type="pres">
      <dgm:prSet presAssocID="{F6C55992-7941-47A4-889E-014DBD160B9D}" presName="invisiNode" presStyleLbl="node1" presStyleIdx="5" presStyleCnt="8"/>
      <dgm:spPr/>
    </dgm:pt>
    <dgm:pt modelId="{AA2B4DCC-B3DB-457F-AE7C-69C45773DC06}" type="pres">
      <dgm:prSet presAssocID="{F6C55992-7941-47A4-889E-014DBD160B9D}" presName="imagNode" presStyleLbl="fgImgPlace1" presStyleIdx="5" presStyleCnt="8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  <dgm:t>
        <a:bodyPr/>
        <a:lstStyle/>
        <a:p>
          <a:endParaRPr lang="fr-CH"/>
        </a:p>
      </dgm:t>
    </dgm:pt>
    <dgm:pt modelId="{E7AE989A-912E-4DCF-9E35-F9D851F833A9}" type="pres">
      <dgm:prSet presAssocID="{19D3BD98-0A61-4B3A-BF76-518AF7408A68}" presName="sibTrans" presStyleLbl="sibTrans2D1" presStyleIdx="0" presStyleCnt="0"/>
      <dgm:spPr/>
      <dgm:t>
        <a:bodyPr/>
        <a:lstStyle/>
        <a:p>
          <a:endParaRPr lang="fr-CH"/>
        </a:p>
      </dgm:t>
    </dgm:pt>
    <dgm:pt modelId="{08B9F502-9C49-4AD3-A747-FFF6EBC4AC76}" type="pres">
      <dgm:prSet presAssocID="{522BE0F9-19F8-4CC9-AE1E-55CB685DFAFD}" presName="compNode" presStyleCnt="0"/>
      <dgm:spPr/>
    </dgm:pt>
    <dgm:pt modelId="{F69349EB-5200-4A34-9DBA-375979C8F676}" type="pres">
      <dgm:prSet presAssocID="{522BE0F9-19F8-4CC9-AE1E-55CB685DFAFD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38F192A7-E3EB-4BC3-AB56-A288FE1D2498}" type="pres">
      <dgm:prSet presAssocID="{522BE0F9-19F8-4CC9-AE1E-55CB685DFAFD}" presName="invisiNode" presStyleLbl="node1" presStyleIdx="6" presStyleCnt="8"/>
      <dgm:spPr/>
    </dgm:pt>
    <dgm:pt modelId="{529F206C-78A1-4253-B157-4C391DC62853}" type="pres">
      <dgm:prSet presAssocID="{522BE0F9-19F8-4CC9-AE1E-55CB685DFAFD}" presName="imagNode" presStyleLbl="fgImgPlace1" presStyleIdx="6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</dgm:spPr>
      <dgm:t>
        <a:bodyPr/>
        <a:lstStyle/>
        <a:p>
          <a:endParaRPr lang="fr-CH"/>
        </a:p>
      </dgm:t>
    </dgm:pt>
    <dgm:pt modelId="{E065AC47-BC78-4D58-B2AD-CC50A92048AD}" type="pres">
      <dgm:prSet presAssocID="{E3CEE2A7-F034-4177-B17B-CEF8D596C696}" presName="sibTrans" presStyleLbl="sibTrans2D1" presStyleIdx="0" presStyleCnt="0"/>
      <dgm:spPr/>
      <dgm:t>
        <a:bodyPr/>
        <a:lstStyle/>
        <a:p>
          <a:endParaRPr lang="fr-CH"/>
        </a:p>
      </dgm:t>
    </dgm:pt>
    <dgm:pt modelId="{16240DEC-4F56-4D16-AAA9-B591CE710CBB}" type="pres">
      <dgm:prSet presAssocID="{13486162-77B4-4C16-A8A4-5D39FEE59A65}" presName="compNode" presStyleCnt="0"/>
      <dgm:spPr/>
    </dgm:pt>
    <dgm:pt modelId="{0CFAD3AA-0596-4F2E-8D86-AA05298489F7}" type="pres">
      <dgm:prSet presAssocID="{13486162-77B4-4C16-A8A4-5D39FEE59A65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0E2C2057-45D4-4593-A57B-34AF385A046A}" type="pres">
      <dgm:prSet presAssocID="{13486162-77B4-4C16-A8A4-5D39FEE59A65}" presName="invisiNode" presStyleLbl="node1" presStyleIdx="7" presStyleCnt="8"/>
      <dgm:spPr/>
    </dgm:pt>
    <dgm:pt modelId="{53B84999-8A28-4BBB-B9A8-6094071D9FFB}" type="pres">
      <dgm:prSet presAssocID="{13486162-77B4-4C16-A8A4-5D39FEE59A65}" presName="imagNode" presStyleLbl="fgImgPlace1" presStyleIdx="7" presStyleCnt="8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</dgm:ptLst>
  <dgm:cxnLst>
    <dgm:cxn modelId="{DD667DAE-FBA8-42A9-8212-797823A54556}" type="presOf" srcId="{E7C1638D-BB63-415E-AF73-A383B0AD0D51}" destId="{990939C6-ECCC-481D-89C7-5CE8C59617A0}" srcOrd="0" destOrd="0" presId="urn:microsoft.com/office/officeart/2005/8/layout/pList2"/>
    <dgm:cxn modelId="{EE55409F-F4F5-4C69-A50C-127B351DA9DF}" type="presOf" srcId="{F0FD6887-4C3D-48BA-95F9-04D9CDF7EDB8}" destId="{2136E7D0-CA85-4D61-8897-FBEEB0381C27}" srcOrd="0" destOrd="0" presId="urn:microsoft.com/office/officeart/2005/8/layout/pList2"/>
    <dgm:cxn modelId="{34357FF0-0E57-4102-83D1-2D420586AD6C}" srcId="{D2278758-0F4A-48F7-8D15-D28463C021A9}" destId="{36512236-D7F4-47AA-9B1A-103F6F5A53AD}" srcOrd="3" destOrd="0" parTransId="{5BD84502-46F4-4383-963F-B72E28C2C011}" sibTransId="{F0FD6887-4C3D-48BA-95F9-04D9CDF7EDB8}"/>
    <dgm:cxn modelId="{4402C0DD-F435-4BC4-8BDF-3513799F4D76}" srcId="{03C74F94-28A2-41FD-A444-69899670E7B1}" destId="{4D706EE9-EE3E-434E-91E4-4112CC35D58F}" srcOrd="0" destOrd="0" parTransId="{59F959DC-C047-4482-85D4-5F821D630AB4}" sibTransId="{14F8D60F-6E00-4E15-A939-23BDC283AF33}"/>
    <dgm:cxn modelId="{04951FCB-C04C-4B25-9FE2-E85703BF481C}" type="presOf" srcId="{D2278758-0F4A-48F7-8D15-D28463C021A9}" destId="{3AF800E5-7394-4BC2-9248-015C3C08FF49}" srcOrd="0" destOrd="0" presId="urn:microsoft.com/office/officeart/2005/8/layout/pList2"/>
    <dgm:cxn modelId="{FD1CC972-6E92-4928-8BA5-D8FBA8613156}" type="presOf" srcId="{03C74F94-28A2-41FD-A444-69899670E7B1}" destId="{D675283E-D047-429A-8560-A18A2ADC95A9}" srcOrd="0" destOrd="0" presId="urn:microsoft.com/office/officeart/2005/8/layout/pList2"/>
    <dgm:cxn modelId="{460003E5-EC05-4B77-B65A-05AC083EA504}" type="presOf" srcId="{4D706EE9-EE3E-434E-91E4-4112CC35D58F}" destId="{D675283E-D047-429A-8560-A18A2ADC95A9}" srcOrd="0" destOrd="1" presId="urn:microsoft.com/office/officeart/2005/8/layout/pList2"/>
    <dgm:cxn modelId="{420F7774-1E93-4716-8D32-8D3B388F564C}" type="presOf" srcId="{15A3ADB8-31D7-4986-956C-89C4E4077D7E}" destId="{211C88A3-0686-4895-8BA5-3440C7DEAF3E}" srcOrd="0" destOrd="0" presId="urn:microsoft.com/office/officeart/2005/8/layout/pList2"/>
    <dgm:cxn modelId="{0C579260-407D-4D36-90C5-4B73C778C843}" srcId="{D2278758-0F4A-48F7-8D15-D28463C021A9}" destId="{03C74F94-28A2-41FD-A444-69899670E7B1}" srcOrd="4" destOrd="0" parTransId="{A0264A46-77A3-44D5-9E94-A8028C4B4078}" sibTransId="{15A3ADB8-31D7-4986-956C-89C4E4077D7E}"/>
    <dgm:cxn modelId="{5D2AD527-7CF7-4508-997D-98B3E65D78C9}" type="presOf" srcId="{364F4898-54CC-4B35-873D-85880048104E}" destId="{FC5D4D2B-1A43-4174-9768-6E913DC122B5}" srcOrd="0" destOrd="0" presId="urn:microsoft.com/office/officeart/2005/8/layout/pList2"/>
    <dgm:cxn modelId="{2491404D-B81F-4133-A928-5EDD9F9DD896}" srcId="{D2278758-0F4A-48F7-8D15-D28463C021A9}" destId="{364F4898-54CC-4B35-873D-85880048104E}" srcOrd="2" destOrd="0" parTransId="{55CA2258-C0A6-480F-BD69-89954479C7D3}" sibTransId="{5CD92870-63F2-4280-B64D-AD95972ACF9D}"/>
    <dgm:cxn modelId="{5B72253F-5A5B-411A-884E-3DE56EAB9F71}" srcId="{D2278758-0F4A-48F7-8D15-D28463C021A9}" destId="{522BE0F9-19F8-4CC9-AE1E-55CB685DFAFD}" srcOrd="6" destOrd="0" parTransId="{92451EBA-2D92-4A25-9E0F-986748D00226}" sibTransId="{E3CEE2A7-F034-4177-B17B-CEF8D596C696}"/>
    <dgm:cxn modelId="{D9FEB9AC-9711-4420-B073-5633D82BE029}" srcId="{D2278758-0F4A-48F7-8D15-D28463C021A9}" destId="{13486162-77B4-4C16-A8A4-5D39FEE59A65}" srcOrd="7" destOrd="0" parTransId="{5CE09D78-994A-4465-BE44-AD5CBAB837F8}" sibTransId="{0FFB5EEC-D3A8-49C3-B9A8-08B8F3D8371C}"/>
    <dgm:cxn modelId="{768FCCB2-8047-43E9-ABC9-112009850D02}" srcId="{13486162-77B4-4C16-A8A4-5D39FEE59A65}" destId="{1646B81D-97B1-4042-9005-112372DAE2AA}" srcOrd="0" destOrd="0" parTransId="{E9C6D835-8A65-42ED-A0E5-52A471ABCFFE}" sibTransId="{0F2A5A2F-7F0F-4F42-B092-8FB3862FC66F}"/>
    <dgm:cxn modelId="{706548DE-7EA3-4F0E-BB05-2D092EB4217C}" type="presOf" srcId="{E3CEE2A7-F034-4177-B17B-CEF8D596C696}" destId="{E065AC47-BC78-4D58-B2AD-CC50A92048AD}" srcOrd="0" destOrd="0" presId="urn:microsoft.com/office/officeart/2005/8/layout/pList2"/>
    <dgm:cxn modelId="{B13BE418-76A6-4A78-ABAD-CC2FF98B8252}" type="presOf" srcId="{AFEFB325-44DE-4C92-9519-F93DE2201986}" destId="{8BBE3872-AF65-4446-949D-68D0F1B2E02C}" srcOrd="0" destOrd="0" presId="urn:microsoft.com/office/officeart/2005/8/layout/pList2"/>
    <dgm:cxn modelId="{80ABB626-6A7E-4F74-99A5-9BC46BD47031}" type="presOf" srcId="{36512236-D7F4-47AA-9B1A-103F6F5A53AD}" destId="{60680524-687B-4A5D-9447-F842C87CB57D}" srcOrd="0" destOrd="0" presId="urn:microsoft.com/office/officeart/2005/8/layout/pList2"/>
    <dgm:cxn modelId="{52A1EA94-C398-4AF0-9498-21E0A41AC9C8}" type="presOf" srcId="{2AC6D7F5-D80F-44C3-9920-8E6BFB7FFEFB}" destId="{6EFFF472-5B7C-49B8-8535-CB70AB6CFDFD}" srcOrd="0" destOrd="0" presId="urn:microsoft.com/office/officeart/2005/8/layout/pList2"/>
    <dgm:cxn modelId="{147429FA-C560-4675-9490-5C608E85D7D9}" type="presOf" srcId="{522BE0F9-19F8-4CC9-AE1E-55CB685DFAFD}" destId="{F69349EB-5200-4A34-9DBA-375979C8F676}" srcOrd="0" destOrd="0" presId="urn:microsoft.com/office/officeart/2005/8/layout/pList2"/>
    <dgm:cxn modelId="{46D9406A-CB24-4057-A7A7-0D8EFFE820BB}" srcId="{D2278758-0F4A-48F7-8D15-D28463C021A9}" destId="{E7C1638D-BB63-415E-AF73-A383B0AD0D51}" srcOrd="0" destOrd="0" parTransId="{5F272847-67AC-4EF0-A24A-C34380CE278B}" sibTransId="{AFEFB325-44DE-4C92-9519-F93DE2201986}"/>
    <dgm:cxn modelId="{E0B7657C-10AA-43EB-BB38-AC3D67BD69C4}" srcId="{D2278758-0F4A-48F7-8D15-D28463C021A9}" destId="{AC09AC4B-1730-4503-8DEC-D3EC205540C0}" srcOrd="1" destOrd="0" parTransId="{48101D4E-EEA1-4724-BECD-041609D54675}" sibTransId="{2AC6D7F5-D80F-44C3-9920-8E6BFB7FFEFB}"/>
    <dgm:cxn modelId="{E6C9194F-95E4-44E8-B289-C5281653732D}" type="presOf" srcId="{19D3BD98-0A61-4B3A-BF76-518AF7408A68}" destId="{E7AE989A-912E-4DCF-9E35-F9D851F833A9}" srcOrd="0" destOrd="0" presId="urn:microsoft.com/office/officeart/2005/8/layout/pList2"/>
    <dgm:cxn modelId="{746A9F9D-447B-422E-A2AD-6458BB3F0370}" srcId="{D2278758-0F4A-48F7-8D15-D28463C021A9}" destId="{F6C55992-7941-47A4-889E-014DBD160B9D}" srcOrd="5" destOrd="0" parTransId="{2F99B999-7592-4CF3-8D39-60FAA7970351}" sibTransId="{19D3BD98-0A61-4B3A-BF76-518AF7408A68}"/>
    <dgm:cxn modelId="{0E29998E-1D27-4278-B0F2-1D1A662C9D34}" type="presOf" srcId="{AC09AC4B-1730-4503-8DEC-D3EC205540C0}" destId="{600B3E02-4025-4FC4-BDDE-E31C9FE8534B}" srcOrd="0" destOrd="0" presId="urn:microsoft.com/office/officeart/2005/8/layout/pList2"/>
    <dgm:cxn modelId="{FFBE52CC-A47E-4678-A20D-0F984CD19437}" type="presOf" srcId="{5CD92870-63F2-4280-B64D-AD95972ACF9D}" destId="{BD4B5134-F0BE-421C-BFA5-037089D13A06}" srcOrd="0" destOrd="0" presId="urn:microsoft.com/office/officeart/2005/8/layout/pList2"/>
    <dgm:cxn modelId="{B10B19BF-2FF0-4822-8309-CCFAAFE0126D}" type="presOf" srcId="{1646B81D-97B1-4042-9005-112372DAE2AA}" destId="{0CFAD3AA-0596-4F2E-8D86-AA05298489F7}" srcOrd="0" destOrd="1" presId="urn:microsoft.com/office/officeart/2005/8/layout/pList2"/>
    <dgm:cxn modelId="{D9F12C80-5216-4F87-9CDB-7F3062314EE2}" type="presOf" srcId="{13486162-77B4-4C16-A8A4-5D39FEE59A65}" destId="{0CFAD3AA-0596-4F2E-8D86-AA05298489F7}" srcOrd="0" destOrd="0" presId="urn:microsoft.com/office/officeart/2005/8/layout/pList2"/>
    <dgm:cxn modelId="{8AE12322-CD56-4EFF-A2BF-A9CDCF3B5322}" type="presOf" srcId="{F6C55992-7941-47A4-889E-014DBD160B9D}" destId="{E0FCD1B4-40EB-4DBE-B18E-2A3A151B80F8}" srcOrd="0" destOrd="0" presId="urn:microsoft.com/office/officeart/2005/8/layout/pList2"/>
    <dgm:cxn modelId="{E6FE4D2A-3421-464C-8EE1-884089ABB501}" type="presParOf" srcId="{3AF800E5-7394-4BC2-9248-015C3C08FF49}" destId="{8A89F3A9-40B2-4378-9568-3FA328598691}" srcOrd="0" destOrd="0" presId="urn:microsoft.com/office/officeart/2005/8/layout/pList2"/>
    <dgm:cxn modelId="{64F1C3C3-176F-40CB-82BA-C65D30E85812}" type="presParOf" srcId="{3AF800E5-7394-4BC2-9248-015C3C08FF49}" destId="{E4BE6032-EB3F-43AF-B05A-EFD6372CC4ED}" srcOrd="1" destOrd="0" presId="urn:microsoft.com/office/officeart/2005/8/layout/pList2"/>
    <dgm:cxn modelId="{2DBBD6BD-E598-46CB-8A35-900B80E62734}" type="presParOf" srcId="{E4BE6032-EB3F-43AF-B05A-EFD6372CC4ED}" destId="{9A9A89F8-94B3-4AE9-8399-F3CFEF7C2A4F}" srcOrd="0" destOrd="0" presId="urn:microsoft.com/office/officeart/2005/8/layout/pList2"/>
    <dgm:cxn modelId="{ACB82289-957D-4363-A09F-7D5F154DE4F6}" type="presParOf" srcId="{9A9A89F8-94B3-4AE9-8399-F3CFEF7C2A4F}" destId="{990939C6-ECCC-481D-89C7-5CE8C59617A0}" srcOrd="0" destOrd="0" presId="urn:microsoft.com/office/officeart/2005/8/layout/pList2"/>
    <dgm:cxn modelId="{5BFC3161-4613-49EA-9D93-3E7A9F5FBE16}" type="presParOf" srcId="{9A9A89F8-94B3-4AE9-8399-F3CFEF7C2A4F}" destId="{0327484A-37AE-4062-9572-C1BC60769EAF}" srcOrd="1" destOrd="0" presId="urn:microsoft.com/office/officeart/2005/8/layout/pList2"/>
    <dgm:cxn modelId="{6F78C766-476A-4C47-A26E-79FDAF69EA66}" type="presParOf" srcId="{9A9A89F8-94B3-4AE9-8399-F3CFEF7C2A4F}" destId="{84C63E5B-FDBE-4830-85B7-D8593A7C8D76}" srcOrd="2" destOrd="0" presId="urn:microsoft.com/office/officeart/2005/8/layout/pList2"/>
    <dgm:cxn modelId="{F3B4C4C2-C67C-4BAD-BB3E-06B02A31AC1A}" type="presParOf" srcId="{E4BE6032-EB3F-43AF-B05A-EFD6372CC4ED}" destId="{8BBE3872-AF65-4446-949D-68D0F1B2E02C}" srcOrd="1" destOrd="0" presId="urn:microsoft.com/office/officeart/2005/8/layout/pList2"/>
    <dgm:cxn modelId="{811FEA91-AB02-4BC1-B326-9EEF26E0EA9D}" type="presParOf" srcId="{E4BE6032-EB3F-43AF-B05A-EFD6372CC4ED}" destId="{F87DA8DD-C53D-4FE9-9147-853A291549EC}" srcOrd="2" destOrd="0" presId="urn:microsoft.com/office/officeart/2005/8/layout/pList2"/>
    <dgm:cxn modelId="{4BDF981F-92CC-4832-95A6-81985C95E946}" type="presParOf" srcId="{F87DA8DD-C53D-4FE9-9147-853A291549EC}" destId="{600B3E02-4025-4FC4-BDDE-E31C9FE8534B}" srcOrd="0" destOrd="0" presId="urn:microsoft.com/office/officeart/2005/8/layout/pList2"/>
    <dgm:cxn modelId="{342131FD-ADC9-4294-B66A-5B949A5A5C7E}" type="presParOf" srcId="{F87DA8DD-C53D-4FE9-9147-853A291549EC}" destId="{F4E36DC0-BA81-4DA1-94BF-641256F19660}" srcOrd="1" destOrd="0" presId="urn:microsoft.com/office/officeart/2005/8/layout/pList2"/>
    <dgm:cxn modelId="{9AA8F724-8F5E-456F-A525-79E6C7DDE1B5}" type="presParOf" srcId="{F87DA8DD-C53D-4FE9-9147-853A291549EC}" destId="{9129898E-6A98-451D-82E8-F489C706DF9C}" srcOrd="2" destOrd="0" presId="urn:microsoft.com/office/officeart/2005/8/layout/pList2"/>
    <dgm:cxn modelId="{CF08788B-081A-4822-ABD7-E34932BB403C}" type="presParOf" srcId="{E4BE6032-EB3F-43AF-B05A-EFD6372CC4ED}" destId="{6EFFF472-5B7C-49B8-8535-CB70AB6CFDFD}" srcOrd="3" destOrd="0" presId="urn:microsoft.com/office/officeart/2005/8/layout/pList2"/>
    <dgm:cxn modelId="{5E9376CF-A436-47FF-9B12-DE9C49919296}" type="presParOf" srcId="{E4BE6032-EB3F-43AF-B05A-EFD6372CC4ED}" destId="{7B58CBA8-EC19-4E93-8A77-FDF23D797EA2}" srcOrd="4" destOrd="0" presId="urn:microsoft.com/office/officeart/2005/8/layout/pList2"/>
    <dgm:cxn modelId="{CFE1D7E0-3CA9-4BE1-9F43-1A401C34E778}" type="presParOf" srcId="{7B58CBA8-EC19-4E93-8A77-FDF23D797EA2}" destId="{FC5D4D2B-1A43-4174-9768-6E913DC122B5}" srcOrd="0" destOrd="0" presId="urn:microsoft.com/office/officeart/2005/8/layout/pList2"/>
    <dgm:cxn modelId="{7605404E-6606-4B69-8656-A4CC40DDD913}" type="presParOf" srcId="{7B58CBA8-EC19-4E93-8A77-FDF23D797EA2}" destId="{31510256-C3E8-49F4-ACD9-E00537BCF21B}" srcOrd="1" destOrd="0" presId="urn:microsoft.com/office/officeart/2005/8/layout/pList2"/>
    <dgm:cxn modelId="{98E1084D-C4C6-4BDC-94A0-4FE0D77A22DF}" type="presParOf" srcId="{7B58CBA8-EC19-4E93-8A77-FDF23D797EA2}" destId="{8C330A59-78D2-44FF-982F-C3F5CB8B77D0}" srcOrd="2" destOrd="0" presId="urn:microsoft.com/office/officeart/2005/8/layout/pList2"/>
    <dgm:cxn modelId="{B8C41844-24BE-46D9-B33C-8EE01DD91248}" type="presParOf" srcId="{E4BE6032-EB3F-43AF-B05A-EFD6372CC4ED}" destId="{BD4B5134-F0BE-421C-BFA5-037089D13A06}" srcOrd="5" destOrd="0" presId="urn:microsoft.com/office/officeart/2005/8/layout/pList2"/>
    <dgm:cxn modelId="{B7C7808D-C45A-426E-8F3F-0429B5F3ED4A}" type="presParOf" srcId="{E4BE6032-EB3F-43AF-B05A-EFD6372CC4ED}" destId="{DEC64545-8E93-46C5-A10A-3422E030F6EF}" srcOrd="6" destOrd="0" presId="urn:microsoft.com/office/officeart/2005/8/layout/pList2"/>
    <dgm:cxn modelId="{E0E19EEA-FBFD-43B7-A536-BBBEE7815E8B}" type="presParOf" srcId="{DEC64545-8E93-46C5-A10A-3422E030F6EF}" destId="{60680524-687B-4A5D-9447-F842C87CB57D}" srcOrd="0" destOrd="0" presId="urn:microsoft.com/office/officeart/2005/8/layout/pList2"/>
    <dgm:cxn modelId="{D84770EF-5F5E-442B-920D-F3DC8EE04954}" type="presParOf" srcId="{DEC64545-8E93-46C5-A10A-3422E030F6EF}" destId="{CC8C9A09-1416-4F06-9E14-226CC8333FBF}" srcOrd="1" destOrd="0" presId="urn:microsoft.com/office/officeart/2005/8/layout/pList2"/>
    <dgm:cxn modelId="{03B000D5-39E4-49FD-97EF-85F36DAAD0DA}" type="presParOf" srcId="{DEC64545-8E93-46C5-A10A-3422E030F6EF}" destId="{0E99E27D-8CAD-43E2-B751-54EDE4A8EC3F}" srcOrd="2" destOrd="0" presId="urn:microsoft.com/office/officeart/2005/8/layout/pList2"/>
    <dgm:cxn modelId="{40412402-F2E3-4FC1-B173-DE53D20FF995}" type="presParOf" srcId="{E4BE6032-EB3F-43AF-B05A-EFD6372CC4ED}" destId="{2136E7D0-CA85-4D61-8897-FBEEB0381C27}" srcOrd="7" destOrd="0" presId="urn:microsoft.com/office/officeart/2005/8/layout/pList2"/>
    <dgm:cxn modelId="{0C576BDD-D3E0-413B-8B12-93C9990B0C8E}" type="presParOf" srcId="{E4BE6032-EB3F-43AF-B05A-EFD6372CC4ED}" destId="{862F0167-E87E-4244-84F6-88BCB4BCFB8C}" srcOrd="8" destOrd="0" presId="urn:microsoft.com/office/officeart/2005/8/layout/pList2"/>
    <dgm:cxn modelId="{072AD734-2D59-4FE2-BEC5-5E005A34DE34}" type="presParOf" srcId="{862F0167-E87E-4244-84F6-88BCB4BCFB8C}" destId="{D675283E-D047-429A-8560-A18A2ADC95A9}" srcOrd="0" destOrd="0" presId="urn:microsoft.com/office/officeart/2005/8/layout/pList2"/>
    <dgm:cxn modelId="{BFA3E958-2FDD-4AF1-96A6-6BE633C82D77}" type="presParOf" srcId="{862F0167-E87E-4244-84F6-88BCB4BCFB8C}" destId="{346D2652-A3AA-4EAD-89E0-AB2C2B63CC81}" srcOrd="1" destOrd="0" presId="urn:microsoft.com/office/officeart/2005/8/layout/pList2"/>
    <dgm:cxn modelId="{E4432C45-6846-4462-8047-86B9357EA45B}" type="presParOf" srcId="{862F0167-E87E-4244-84F6-88BCB4BCFB8C}" destId="{5509112F-1F69-4DCB-B0BC-979D0D5D36A1}" srcOrd="2" destOrd="0" presId="urn:microsoft.com/office/officeart/2005/8/layout/pList2"/>
    <dgm:cxn modelId="{07C95AA5-27F3-4877-9E2D-460CD9DCC0F9}" type="presParOf" srcId="{E4BE6032-EB3F-43AF-B05A-EFD6372CC4ED}" destId="{211C88A3-0686-4895-8BA5-3440C7DEAF3E}" srcOrd="9" destOrd="0" presId="urn:microsoft.com/office/officeart/2005/8/layout/pList2"/>
    <dgm:cxn modelId="{D650B3CE-1B95-4EAF-99CC-69F1B1805FCC}" type="presParOf" srcId="{E4BE6032-EB3F-43AF-B05A-EFD6372CC4ED}" destId="{EFB67C13-EF39-4832-AFC9-C36A39840731}" srcOrd="10" destOrd="0" presId="urn:microsoft.com/office/officeart/2005/8/layout/pList2"/>
    <dgm:cxn modelId="{49F47AD2-86C3-4CDB-8382-95D8B1D50C51}" type="presParOf" srcId="{EFB67C13-EF39-4832-AFC9-C36A39840731}" destId="{E0FCD1B4-40EB-4DBE-B18E-2A3A151B80F8}" srcOrd="0" destOrd="0" presId="urn:microsoft.com/office/officeart/2005/8/layout/pList2"/>
    <dgm:cxn modelId="{0E687078-842C-4C5E-8DBC-791BD9503446}" type="presParOf" srcId="{EFB67C13-EF39-4832-AFC9-C36A39840731}" destId="{DB7A2A42-880C-4449-BF97-CEB21919A8EA}" srcOrd="1" destOrd="0" presId="urn:microsoft.com/office/officeart/2005/8/layout/pList2"/>
    <dgm:cxn modelId="{6672BD4F-D3B5-4E53-B72B-326D4A96156D}" type="presParOf" srcId="{EFB67C13-EF39-4832-AFC9-C36A39840731}" destId="{AA2B4DCC-B3DB-457F-AE7C-69C45773DC06}" srcOrd="2" destOrd="0" presId="urn:microsoft.com/office/officeart/2005/8/layout/pList2"/>
    <dgm:cxn modelId="{BDE46205-BA63-4FFF-82A7-B226C6A10EAB}" type="presParOf" srcId="{E4BE6032-EB3F-43AF-B05A-EFD6372CC4ED}" destId="{E7AE989A-912E-4DCF-9E35-F9D851F833A9}" srcOrd="11" destOrd="0" presId="urn:microsoft.com/office/officeart/2005/8/layout/pList2"/>
    <dgm:cxn modelId="{16452AFB-8ED1-4905-B4B7-CED44CF64ABF}" type="presParOf" srcId="{E4BE6032-EB3F-43AF-B05A-EFD6372CC4ED}" destId="{08B9F502-9C49-4AD3-A747-FFF6EBC4AC76}" srcOrd="12" destOrd="0" presId="urn:microsoft.com/office/officeart/2005/8/layout/pList2"/>
    <dgm:cxn modelId="{DF073580-4AD5-4613-8928-AF8BF9C7C065}" type="presParOf" srcId="{08B9F502-9C49-4AD3-A747-FFF6EBC4AC76}" destId="{F69349EB-5200-4A34-9DBA-375979C8F676}" srcOrd="0" destOrd="0" presId="urn:microsoft.com/office/officeart/2005/8/layout/pList2"/>
    <dgm:cxn modelId="{9C666AE5-A6C9-4F80-AB9B-B74F4EA48C31}" type="presParOf" srcId="{08B9F502-9C49-4AD3-A747-FFF6EBC4AC76}" destId="{38F192A7-E3EB-4BC3-AB56-A288FE1D2498}" srcOrd="1" destOrd="0" presId="urn:microsoft.com/office/officeart/2005/8/layout/pList2"/>
    <dgm:cxn modelId="{CFC62947-20DE-42D6-969C-DDACDFE5B8F2}" type="presParOf" srcId="{08B9F502-9C49-4AD3-A747-FFF6EBC4AC76}" destId="{529F206C-78A1-4253-B157-4C391DC62853}" srcOrd="2" destOrd="0" presId="urn:microsoft.com/office/officeart/2005/8/layout/pList2"/>
    <dgm:cxn modelId="{D40413FF-E0D1-477E-A189-0E325D6B7D2A}" type="presParOf" srcId="{E4BE6032-EB3F-43AF-B05A-EFD6372CC4ED}" destId="{E065AC47-BC78-4D58-B2AD-CC50A92048AD}" srcOrd="13" destOrd="0" presId="urn:microsoft.com/office/officeart/2005/8/layout/pList2"/>
    <dgm:cxn modelId="{994531FE-B45A-4D4F-A387-E3BE22C09D66}" type="presParOf" srcId="{E4BE6032-EB3F-43AF-B05A-EFD6372CC4ED}" destId="{16240DEC-4F56-4D16-AAA9-B591CE710CBB}" srcOrd="14" destOrd="0" presId="urn:microsoft.com/office/officeart/2005/8/layout/pList2"/>
    <dgm:cxn modelId="{FE1B5F81-A79F-4907-BA5F-FD56CFCC42A8}" type="presParOf" srcId="{16240DEC-4F56-4D16-AAA9-B591CE710CBB}" destId="{0CFAD3AA-0596-4F2E-8D86-AA05298489F7}" srcOrd="0" destOrd="0" presId="urn:microsoft.com/office/officeart/2005/8/layout/pList2"/>
    <dgm:cxn modelId="{2105D9BD-D99C-45FC-A5B7-1DF14B037EFC}" type="presParOf" srcId="{16240DEC-4F56-4D16-AAA9-B591CE710CBB}" destId="{0E2C2057-45D4-4593-A57B-34AF385A046A}" srcOrd="1" destOrd="0" presId="urn:microsoft.com/office/officeart/2005/8/layout/pList2"/>
    <dgm:cxn modelId="{426A52CE-3DE7-440D-8F85-43080E245133}" type="presParOf" srcId="{16240DEC-4F56-4D16-AAA9-B591CE710CBB}" destId="{53B84999-8A28-4BBB-B9A8-6094071D9FFB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3E97E2-A5A3-4ED7-AD5D-E36959540B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H"/>
        </a:p>
      </dgm:t>
    </dgm:pt>
    <dgm:pt modelId="{AF33579E-20D9-4553-88EE-F3487B3BD0A6}">
      <dgm:prSet/>
      <dgm:spPr/>
      <dgm:t>
        <a:bodyPr/>
        <a:lstStyle/>
        <a:p>
          <a:pPr rtl="0"/>
          <a:r>
            <a:rPr lang="fr-CH" smtClean="0"/>
            <a:t>Menu principal</a:t>
          </a:r>
          <a:endParaRPr lang="fr-CH"/>
        </a:p>
      </dgm:t>
    </dgm:pt>
    <dgm:pt modelId="{05C61BD9-9296-4D32-9278-D3301E48C922}" type="parTrans" cxnId="{F3FA1BED-20F5-49E8-B15D-8A743004EC0B}">
      <dgm:prSet/>
      <dgm:spPr/>
      <dgm:t>
        <a:bodyPr/>
        <a:lstStyle/>
        <a:p>
          <a:endParaRPr lang="fr-CH"/>
        </a:p>
      </dgm:t>
    </dgm:pt>
    <dgm:pt modelId="{97D069CB-6C7B-44C5-B81E-48CC6EDFD1B6}" type="sibTrans" cxnId="{F3FA1BED-20F5-49E8-B15D-8A743004EC0B}">
      <dgm:prSet/>
      <dgm:spPr/>
      <dgm:t>
        <a:bodyPr/>
        <a:lstStyle/>
        <a:p>
          <a:endParaRPr lang="fr-CH"/>
        </a:p>
      </dgm:t>
    </dgm:pt>
    <dgm:pt modelId="{635BC6B7-8AEB-403C-A524-21AE2C4215CE}">
      <dgm:prSet/>
      <dgm:spPr/>
      <dgm:t>
        <a:bodyPr/>
        <a:lstStyle/>
        <a:p>
          <a:pPr rtl="0"/>
          <a:r>
            <a:rPr lang="fr-CH" dirty="0" smtClean="0"/>
            <a:t>Visualiser des images d’un dossier</a:t>
          </a:r>
          <a:endParaRPr lang="fr-CH" dirty="0"/>
        </a:p>
      </dgm:t>
    </dgm:pt>
    <dgm:pt modelId="{3CEF5050-4D04-474E-B7C8-16AC108FD5CB}" type="parTrans" cxnId="{F4AA10AD-013F-44F6-BDEA-1C01599EFCAC}">
      <dgm:prSet/>
      <dgm:spPr/>
      <dgm:t>
        <a:bodyPr/>
        <a:lstStyle/>
        <a:p>
          <a:endParaRPr lang="fr-CH"/>
        </a:p>
      </dgm:t>
    </dgm:pt>
    <dgm:pt modelId="{DCDE18CB-17FF-4626-8F16-B197D61F1074}" type="sibTrans" cxnId="{F4AA10AD-013F-44F6-BDEA-1C01599EFCAC}">
      <dgm:prSet/>
      <dgm:spPr/>
      <dgm:t>
        <a:bodyPr/>
        <a:lstStyle/>
        <a:p>
          <a:endParaRPr lang="fr-CH"/>
        </a:p>
      </dgm:t>
    </dgm:pt>
    <dgm:pt modelId="{344D32AA-6609-4FD9-9EAD-F677C00E8BC2}">
      <dgm:prSet/>
      <dgm:spPr/>
      <dgm:t>
        <a:bodyPr/>
        <a:lstStyle/>
        <a:p>
          <a:pPr rtl="0"/>
          <a:r>
            <a:rPr lang="fr-CH" smtClean="0"/>
            <a:t>Menu secondaire</a:t>
          </a:r>
          <a:endParaRPr lang="fr-CH"/>
        </a:p>
      </dgm:t>
    </dgm:pt>
    <dgm:pt modelId="{4824FC5F-DE30-436B-9312-0312FF2E670F}" type="parTrans" cxnId="{7AD286E2-403E-4461-9F60-73B1D5FEDD8C}">
      <dgm:prSet/>
      <dgm:spPr/>
      <dgm:t>
        <a:bodyPr/>
        <a:lstStyle/>
        <a:p>
          <a:endParaRPr lang="fr-CH"/>
        </a:p>
      </dgm:t>
    </dgm:pt>
    <dgm:pt modelId="{60B7102B-3859-4BAE-BFAE-62EE0D10F9B5}" type="sibTrans" cxnId="{7AD286E2-403E-4461-9F60-73B1D5FEDD8C}">
      <dgm:prSet/>
      <dgm:spPr/>
      <dgm:t>
        <a:bodyPr/>
        <a:lstStyle/>
        <a:p>
          <a:endParaRPr lang="fr-CH"/>
        </a:p>
      </dgm:t>
    </dgm:pt>
    <dgm:pt modelId="{8B9B6DAC-C737-4A2F-800D-EB02C01DBFB5}">
      <dgm:prSet/>
      <dgm:spPr/>
      <dgm:t>
        <a:bodyPr/>
        <a:lstStyle/>
        <a:p>
          <a:pPr rtl="0"/>
          <a:r>
            <a:rPr lang="fr-CH" smtClean="0"/>
            <a:t>Changer de dossier</a:t>
          </a:r>
          <a:endParaRPr lang="fr-CH"/>
        </a:p>
      </dgm:t>
    </dgm:pt>
    <dgm:pt modelId="{2E010D54-517D-488D-9C8F-F772264A49D8}" type="parTrans" cxnId="{EE6D01A4-5E2C-460F-A455-32F331923E75}">
      <dgm:prSet/>
      <dgm:spPr/>
      <dgm:t>
        <a:bodyPr/>
        <a:lstStyle/>
        <a:p>
          <a:endParaRPr lang="fr-CH"/>
        </a:p>
      </dgm:t>
    </dgm:pt>
    <dgm:pt modelId="{8BF94B24-2D65-46F9-B696-C4DF72F3D8A3}" type="sibTrans" cxnId="{EE6D01A4-5E2C-460F-A455-32F331923E75}">
      <dgm:prSet/>
      <dgm:spPr/>
      <dgm:t>
        <a:bodyPr/>
        <a:lstStyle/>
        <a:p>
          <a:endParaRPr lang="fr-CH"/>
        </a:p>
      </dgm:t>
    </dgm:pt>
    <dgm:pt modelId="{E054766E-5CB7-4515-B8A4-8B367F3751D9}">
      <dgm:prSet/>
      <dgm:spPr/>
      <dgm:t>
        <a:bodyPr/>
        <a:lstStyle/>
        <a:p>
          <a:pPr rtl="0"/>
          <a:r>
            <a:rPr lang="fr-CH" dirty="0" smtClean="0"/>
            <a:t>Effectuer des actions</a:t>
          </a:r>
          <a:endParaRPr lang="fr-CH" dirty="0"/>
        </a:p>
      </dgm:t>
    </dgm:pt>
    <dgm:pt modelId="{E1BCD298-126F-4D49-8BED-AB547B6B2869}" type="parTrans" cxnId="{7D4CAD93-D931-44DC-B17E-4604E307578F}">
      <dgm:prSet/>
      <dgm:spPr/>
    </dgm:pt>
    <dgm:pt modelId="{308B3331-FA37-4A92-9C5B-9DC2B69F42D7}" type="sibTrans" cxnId="{7D4CAD93-D931-44DC-B17E-4604E307578F}">
      <dgm:prSet/>
      <dgm:spPr/>
    </dgm:pt>
    <dgm:pt modelId="{AFF7AB00-AD8B-447C-89D6-BB99F4D1E054}" type="pres">
      <dgm:prSet presAssocID="{DA3E97E2-A5A3-4ED7-AD5D-E36959540B6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CH"/>
        </a:p>
      </dgm:t>
    </dgm:pt>
    <dgm:pt modelId="{478E8F7E-B2D1-422C-AFC6-12DF434B63AD}" type="pres">
      <dgm:prSet presAssocID="{AF33579E-20D9-4553-88EE-F3487B3BD0A6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875A3994-D960-4608-BB12-16511E6C4A68}" type="pres">
      <dgm:prSet presAssocID="{AF33579E-20D9-4553-88EE-F3487B3BD0A6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2E269CE5-92CF-403D-A997-4B50C9D3BF18}" type="pres">
      <dgm:prSet presAssocID="{344D32AA-6609-4FD9-9EAD-F677C00E8BC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CF758400-F529-4CEA-AC29-377852BA8113}" type="pres">
      <dgm:prSet presAssocID="{344D32AA-6609-4FD9-9EAD-F677C00E8BC2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</dgm:ptLst>
  <dgm:cxnLst>
    <dgm:cxn modelId="{F4AA10AD-013F-44F6-BDEA-1C01599EFCAC}" srcId="{AF33579E-20D9-4553-88EE-F3487B3BD0A6}" destId="{635BC6B7-8AEB-403C-A524-21AE2C4215CE}" srcOrd="0" destOrd="0" parTransId="{3CEF5050-4D04-474E-B7C8-16AC108FD5CB}" sibTransId="{DCDE18CB-17FF-4626-8F16-B197D61F1074}"/>
    <dgm:cxn modelId="{91487BD2-CFA5-42C2-B7FC-78DB15B54F62}" type="presOf" srcId="{8B9B6DAC-C737-4A2F-800D-EB02C01DBFB5}" destId="{CF758400-F529-4CEA-AC29-377852BA8113}" srcOrd="0" destOrd="0" presId="urn:microsoft.com/office/officeart/2005/8/layout/vList2"/>
    <dgm:cxn modelId="{8BE3569E-AF61-4D23-BF3F-42F4ED491343}" type="presOf" srcId="{E054766E-5CB7-4515-B8A4-8B367F3751D9}" destId="{875A3994-D960-4608-BB12-16511E6C4A68}" srcOrd="0" destOrd="1" presId="urn:microsoft.com/office/officeart/2005/8/layout/vList2"/>
    <dgm:cxn modelId="{22AF38BF-3BD5-4BD0-A5D6-B7C9F524BD98}" type="presOf" srcId="{DA3E97E2-A5A3-4ED7-AD5D-E36959540B6E}" destId="{AFF7AB00-AD8B-447C-89D6-BB99F4D1E054}" srcOrd="0" destOrd="0" presId="urn:microsoft.com/office/officeart/2005/8/layout/vList2"/>
    <dgm:cxn modelId="{B35ADD81-FE71-48E5-B3E7-75802100060C}" type="presOf" srcId="{AF33579E-20D9-4553-88EE-F3487B3BD0A6}" destId="{478E8F7E-B2D1-422C-AFC6-12DF434B63AD}" srcOrd="0" destOrd="0" presId="urn:microsoft.com/office/officeart/2005/8/layout/vList2"/>
    <dgm:cxn modelId="{840E7998-56AE-4DB0-B034-4624F5DAB9DE}" type="presOf" srcId="{635BC6B7-8AEB-403C-A524-21AE2C4215CE}" destId="{875A3994-D960-4608-BB12-16511E6C4A68}" srcOrd="0" destOrd="0" presId="urn:microsoft.com/office/officeart/2005/8/layout/vList2"/>
    <dgm:cxn modelId="{EE6D01A4-5E2C-460F-A455-32F331923E75}" srcId="{344D32AA-6609-4FD9-9EAD-F677C00E8BC2}" destId="{8B9B6DAC-C737-4A2F-800D-EB02C01DBFB5}" srcOrd="0" destOrd="0" parTransId="{2E010D54-517D-488D-9C8F-F772264A49D8}" sibTransId="{8BF94B24-2D65-46F9-B696-C4DF72F3D8A3}"/>
    <dgm:cxn modelId="{AB15F1B1-F143-4794-89EE-067AEC7A5D5A}" type="presOf" srcId="{344D32AA-6609-4FD9-9EAD-F677C00E8BC2}" destId="{2E269CE5-92CF-403D-A997-4B50C9D3BF18}" srcOrd="0" destOrd="0" presId="urn:microsoft.com/office/officeart/2005/8/layout/vList2"/>
    <dgm:cxn modelId="{F3FA1BED-20F5-49E8-B15D-8A743004EC0B}" srcId="{DA3E97E2-A5A3-4ED7-AD5D-E36959540B6E}" destId="{AF33579E-20D9-4553-88EE-F3487B3BD0A6}" srcOrd="0" destOrd="0" parTransId="{05C61BD9-9296-4D32-9278-D3301E48C922}" sibTransId="{97D069CB-6C7B-44C5-B81E-48CC6EDFD1B6}"/>
    <dgm:cxn modelId="{7AD286E2-403E-4461-9F60-73B1D5FEDD8C}" srcId="{DA3E97E2-A5A3-4ED7-AD5D-E36959540B6E}" destId="{344D32AA-6609-4FD9-9EAD-F677C00E8BC2}" srcOrd="1" destOrd="0" parTransId="{4824FC5F-DE30-436B-9312-0312FF2E670F}" sibTransId="{60B7102B-3859-4BAE-BFAE-62EE0D10F9B5}"/>
    <dgm:cxn modelId="{7D4CAD93-D931-44DC-B17E-4604E307578F}" srcId="{AF33579E-20D9-4553-88EE-F3487B3BD0A6}" destId="{E054766E-5CB7-4515-B8A4-8B367F3751D9}" srcOrd="1" destOrd="0" parTransId="{E1BCD298-126F-4D49-8BED-AB547B6B2869}" sibTransId="{308B3331-FA37-4A92-9C5B-9DC2B69F42D7}"/>
    <dgm:cxn modelId="{B35786E1-CAAB-4C5A-8E8E-DCB097C076EF}" type="presParOf" srcId="{AFF7AB00-AD8B-447C-89D6-BB99F4D1E054}" destId="{478E8F7E-B2D1-422C-AFC6-12DF434B63AD}" srcOrd="0" destOrd="0" presId="urn:microsoft.com/office/officeart/2005/8/layout/vList2"/>
    <dgm:cxn modelId="{CE469C37-89AF-4355-9D35-0A6A17EC3928}" type="presParOf" srcId="{AFF7AB00-AD8B-447C-89D6-BB99F4D1E054}" destId="{875A3994-D960-4608-BB12-16511E6C4A68}" srcOrd="1" destOrd="0" presId="urn:microsoft.com/office/officeart/2005/8/layout/vList2"/>
    <dgm:cxn modelId="{527CF332-A64A-477C-AFBF-4581A4694589}" type="presParOf" srcId="{AFF7AB00-AD8B-447C-89D6-BB99F4D1E054}" destId="{2E269CE5-92CF-403D-A997-4B50C9D3BF18}" srcOrd="2" destOrd="0" presId="urn:microsoft.com/office/officeart/2005/8/layout/vList2"/>
    <dgm:cxn modelId="{3F3493FF-F4BA-40FC-9AFA-E800094CA655}" type="presParOf" srcId="{AFF7AB00-AD8B-447C-89D6-BB99F4D1E054}" destId="{CF758400-F529-4CEA-AC29-377852BA811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B6D8A6-6A0F-4807-978D-3DEA8A110D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H"/>
        </a:p>
      </dgm:t>
    </dgm:pt>
    <dgm:pt modelId="{41107863-4370-4D68-AF09-92E69337E7C6}">
      <dgm:prSet/>
      <dgm:spPr/>
      <dgm:t>
        <a:bodyPr/>
        <a:lstStyle/>
        <a:p>
          <a:pPr rtl="0"/>
          <a:r>
            <a:rPr lang="fr-CH" dirty="0" smtClean="0"/>
            <a:t>Zoom</a:t>
          </a:r>
          <a:endParaRPr lang="fr-CH" dirty="0"/>
        </a:p>
      </dgm:t>
    </dgm:pt>
    <dgm:pt modelId="{5B2D9ED5-01CD-4FA9-8EC1-194D3D7FAB87}" type="parTrans" cxnId="{6767AE4D-0534-4464-BDDA-B5690D43F934}">
      <dgm:prSet/>
      <dgm:spPr/>
      <dgm:t>
        <a:bodyPr/>
        <a:lstStyle/>
        <a:p>
          <a:endParaRPr lang="fr-CH"/>
        </a:p>
      </dgm:t>
    </dgm:pt>
    <dgm:pt modelId="{815EE242-A573-41B9-B3D7-6C6173A2796C}" type="sibTrans" cxnId="{6767AE4D-0534-4464-BDDA-B5690D43F934}">
      <dgm:prSet/>
      <dgm:spPr/>
      <dgm:t>
        <a:bodyPr/>
        <a:lstStyle/>
        <a:p>
          <a:endParaRPr lang="fr-CH"/>
        </a:p>
      </dgm:t>
    </dgm:pt>
    <dgm:pt modelId="{B0956FEF-B444-48A7-ACDF-479D61D1D19A}">
      <dgm:prSet/>
      <dgm:spPr/>
      <dgm:t>
        <a:bodyPr/>
        <a:lstStyle/>
        <a:p>
          <a:pPr rtl="0"/>
          <a:r>
            <a:rPr lang="fr-CH" dirty="0" err="1" smtClean="0"/>
            <a:t>Unzoom</a:t>
          </a:r>
          <a:endParaRPr lang="fr-CH" dirty="0"/>
        </a:p>
      </dgm:t>
    </dgm:pt>
    <dgm:pt modelId="{944C11B2-0FC9-4432-8841-CD5D5040B3EA}" type="parTrans" cxnId="{1DEB9FBA-AC1A-4B28-80B2-59A535683CB7}">
      <dgm:prSet/>
      <dgm:spPr/>
      <dgm:t>
        <a:bodyPr/>
        <a:lstStyle/>
        <a:p>
          <a:endParaRPr lang="fr-CH"/>
        </a:p>
      </dgm:t>
    </dgm:pt>
    <dgm:pt modelId="{840415D9-E93F-4B37-B8B5-79476C01E7EF}" type="sibTrans" cxnId="{1DEB9FBA-AC1A-4B28-80B2-59A535683CB7}">
      <dgm:prSet/>
      <dgm:spPr/>
      <dgm:t>
        <a:bodyPr/>
        <a:lstStyle/>
        <a:p>
          <a:endParaRPr lang="fr-CH"/>
        </a:p>
      </dgm:t>
    </dgm:pt>
    <dgm:pt modelId="{585498E6-B6CA-4556-A8AC-C8E15D713076}">
      <dgm:prSet/>
      <dgm:spPr/>
      <dgm:t>
        <a:bodyPr/>
        <a:lstStyle/>
        <a:p>
          <a:pPr rtl="0"/>
          <a:r>
            <a:rPr lang="fr-CH" dirty="0" smtClean="0"/>
            <a:t>Scroll</a:t>
          </a:r>
          <a:endParaRPr lang="fr-CH" dirty="0"/>
        </a:p>
      </dgm:t>
    </dgm:pt>
    <dgm:pt modelId="{B73DFA0E-6CDA-4EEB-8DC2-3B3EC73E0BE1}" type="parTrans" cxnId="{68C21B77-1D8D-490C-935C-6A880A5E55F0}">
      <dgm:prSet/>
      <dgm:spPr/>
      <dgm:t>
        <a:bodyPr/>
        <a:lstStyle/>
        <a:p>
          <a:endParaRPr lang="fr-CH"/>
        </a:p>
      </dgm:t>
    </dgm:pt>
    <dgm:pt modelId="{29A66551-3026-4F97-BADB-BD8480C4A911}" type="sibTrans" cxnId="{68C21B77-1D8D-490C-935C-6A880A5E55F0}">
      <dgm:prSet/>
      <dgm:spPr/>
      <dgm:t>
        <a:bodyPr/>
        <a:lstStyle/>
        <a:p>
          <a:endParaRPr lang="fr-CH"/>
        </a:p>
      </dgm:t>
    </dgm:pt>
    <dgm:pt modelId="{11D29574-5A41-4F63-9BD6-C351646A4F78}">
      <dgm:prSet/>
      <dgm:spPr/>
      <dgm:t>
        <a:bodyPr/>
        <a:lstStyle/>
        <a:p>
          <a:pPr rtl="0"/>
          <a:r>
            <a:rPr lang="fr-CH" dirty="0" smtClean="0"/>
            <a:t>Watch</a:t>
          </a:r>
          <a:endParaRPr lang="fr-CH" dirty="0"/>
        </a:p>
      </dgm:t>
    </dgm:pt>
    <dgm:pt modelId="{81FA11EF-2AC9-432F-AB2F-92BCCD57D498}" type="parTrans" cxnId="{ADD7B74D-A314-4C3F-A726-105A40B6C897}">
      <dgm:prSet/>
      <dgm:spPr/>
      <dgm:t>
        <a:bodyPr/>
        <a:lstStyle/>
        <a:p>
          <a:endParaRPr lang="fr-CH"/>
        </a:p>
      </dgm:t>
    </dgm:pt>
    <dgm:pt modelId="{98C7E1DC-A17B-40BA-AF1A-B0DFDC7FDBFB}" type="sibTrans" cxnId="{ADD7B74D-A314-4C3F-A726-105A40B6C897}">
      <dgm:prSet/>
      <dgm:spPr/>
      <dgm:t>
        <a:bodyPr/>
        <a:lstStyle/>
        <a:p>
          <a:endParaRPr lang="fr-CH"/>
        </a:p>
      </dgm:t>
    </dgm:pt>
    <dgm:pt modelId="{4013EADE-1255-417E-A198-AFE92EC73820}">
      <dgm:prSet/>
      <dgm:spPr/>
      <dgm:t>
        <a:bodyPr/>
        <a:lstStyle/>
        <a:p>
          <a:pPr rtl="0"/>
          <a:r>
            <a:rPr lang="fr-CH" dirty="0" smtClean="0"/>
            <a:t>Select</a:t>
          </a:r>
          <a:endParaRPr lang="fr-CH" dirty="0"/>
        </a:p>
      </dgm:t>
    </dgm:pt>
    <dgm:pt modelId="{3F4365DB-81B4-4BDA-B25A-CE8EF152D1C2}" type="parTrans" cxnId="{A535CD2C-66F0-496C-98F1-85234DDFBFB8}">
      <dgm:prSet/>
      <dgm:spPr/>
      <dgm:t>
        <a:bodyPr/>
        <a:lstStyle/>
        <a:p>
          <a:endParaRPr lang="fr-CH"/>
        </a:p>
      </dgm:t>
    </dgm:pt>
    <dgm:pt modelId="{DB693D96-CFEB-4A84-A2DC-E062B2150751}" type="sibTrans" cxnId="{A535CD2C-66F0-496C-98F1-85234DDFBFB8}">
      <dgm:prSet/>
      <dgm:spPr/>
      <dgm:t>
        <a:bodyPr/>
        <a:lstStyle/>
        <a:p>
          <a:endParaRPr lang="fr-CH"/>
        </a:p>
      </dgm:t>
    </dgm:pt>
    <dgm:pt modelId="{AC26EC3A-EE66-46D5-A1E5-011D52641BC1}">
      <dgm:prSet/>
      <dgm:spPr/>
      <dgm:t>
        <a:bodyPr/>
        <a:lstStyle/>
        <a:p>
          <a:pPr rtl="0"/>
          <a:r>
            <a:rPr lang="fr-CH" dirty="0" smtClean="0"/>
            <a:t>Permet d’agrandir un portion de l’image</a:t>
          </a:r>
          <a:endParaRPr lang="fr-CH" dirty="0"/>
        </a:p>
      </dgm:t>
    </dgm:pt>
    <dgm:pt modelId="{98BEEE38-CDCF-41E3-8D59-83CC1279D6D4}" type="parTrans" cxnId="{5D21372D-848C-4ACA-AF19-8966ACB3A110}">
      <dgm:prSet/>
      <dgm:spPr/>
      <dgm:t>
        <a:bodyPr/>
        <a:lstStyle/>
        <a:p>
          <a:endParaRPr lang="fr-CH"/>
        </a:p>
      </dgm:t>
    </dgm:pt>
    <dgm:pt modelId="{E9E0CBF9-763B-49D6-A82A-A97D0646DF4D}" type="sibTrans" cxnId="{5D21372D-848C-4ACA-AF19-8966ACB3A110}">
      <dgm:prSet/>
      <dgm:spPr/>
      <dgm:t>
        <a:bodyPr/>
        <a:lstStyle/>
        <a:p>
          <a:endParaRPr lang="fr-CH"/>
        </a:p>
      </dgm:t>
    </dgm:pt>
    <dgm:pt modelId="{01C7FF95-DD26-4075-AB79-B4E0A0FC42A6}">
      <dgm:prSet/>
      <dgm:spPr/>
      <dgm:t>
        <a:bodyPr/>
        <a:lstStyle/>
        <a:p>
          <a:pPr rtl="0"/>
          <a:r>
            <a:rPr lang="fr-CH" dirty="0" smtClean="0"/>
            <a:t>Permet de reculer</a:t>
          </a:r>
          <a:endParaRPr lang="fr-CH" dirty="0"/>
        </a:p>
      </dgm:t>
    </dgm:pt>
    <dgm:pt modelId="{90D10194-BF76-49FA-83FE-7DBDC99AEE2B}" type="parTrans" cxnId="{6A5D3C67-933C-412E-B93E-364BA58ACB3E}">
      <dgm:prSet/>
      <dgm:spPr/>
      <dgm:t>
        <a:bodyPr/>
        <a:lstStyle/>
        <a:p>
          <a:endParaRPr lang="fr-CH"/>
        </a:p>
      </dgm:t>
    </dgm:pt>
    <dgm:pt modelId="{2E370142-226F-422D-B731-7CBD136BFAEA}" type="sibTrans" cxnId="{6A5D3C67-933C-412E-B93E-364BA58ACB3E}">
      <dgm:prSet/>
      <dgm:spPr/>
      <dgm:t>
        <a:bodyPr/>
        <a:lstStyle/>
        <a:p>
          <a:endParaRPr lang="fr-CH"/>
        </a:p>
      </dgm:t>
    </dgm:pt>
    <dgm:pt modelId="{0C50C933-6B7B-4BBA-8CDC-2478A7421252}">
      <dgm:prSet/>
      <dgm:spPr/>
      <dgm:t>
        <a:bodyPr/>
        <a:lstStyle/>
        <a:p>
          <a:pPr rtl="0"/>
          <a:r>
            <a:rPr lang="fr-CH" dirty="0" smtClean="0"/>
            <a:t>Permet de se déplacer dans l’image</a:t>
          </a:r>
          <a:endParaRPr lang="fr-CH" dirty="0"/>
        </a:p>
      </dgm:t>
    </dgm:pt>
    <dgm:pt modelId="{C3508F54-9092-47D9-A08D-51DED5CABD4C}" type="parTrans" cxnId="{85A0F9C0-92C3-4D9A-A575-2486B6644068}">
      <dgm:prSet/>
      <dgm:spPr/>
      <dgm:t>
        <a:bodyPr/>
        <a:lstStyle/>
        <a:p>
          <a:endParaRPr lang="fr-CH"/>
        </a:p>
      </dgm:t>
    </dgm:pt>
    <dgm:pt modelId="{794B243F-8A8C-4861-81D5-FDB83C69DAB2}" type="sibTrans" cxnId="{85A0F9C0-92C3-4D9A-A575-2486B6644068}">
      <dgm:prSet/>
      <dgm:spPr/>
      <dgm:t>
        <a:bodyPr/>
        <a:lstStyle/>
        <a:p>
          <a:endParaRPr lang="fr-CH"/>
        </a:p>
      </dgm:t>
    </dgm:pt>
    <dgm:pt modelId="{37F13116-0F88-4D3E-8227-B8B109BA0324}">
      <dgm:prSet/>
      <dgm:spPr/>
      <dgm:t>
        <a:bodyPr/>
        <a:lstStyle/>
        <a:p>
          <a:pPr rtl="0"/>
          <a:r>
            <a:rPr lang="fr-CH" dirty="0" smtClean="0"/>
            <a:t>Permet de regarder un élément</a:t>
          </a:r>
          <a:endParaRPr lang="fr-CH" dirty="0"/>
        </a:p>
      </dgm:t>
    </dgm:pt>
    <dgm:pt modelId="{E457E509-3691-49F1-87A3-418B27BAF2B5}" type="parTrans" cxnId="{F5648CE5-BD82-45C1-9128-9DA4F5BA3DE7}">
      <dgm:prSet/>
      <dgm:spPr/>
      <dgm:t>
        <a:bodyPr/>
        <a:lstStyle/>
        <a:p>
          <a:endParaRPr lang="fr-CH"/>
        </a:p>
      </dgm:t>
    </dgm:pt>
    <dgm:pt modelId="{9F7C96F1-F0D6-42C8-A532-A9DA51714177}" type="sibTrans" cxnId="{F5648CE5-BD82-45C1-9128-9DA4F5BA3DE7}">
      <dgm:prSet/>
      <dgm:spPr/>
      <dgm:t>
        <a:bodyPr/>
        <a:lstStyle/>
        <a:p>
          <a:endParaRPr lang="fr-CH"/>
        </a:p>
      </dgm:t>
    </dgm:pt>
    <dgm:pt modelId="{A088DB6E-A470-4C1E-91E5-FD70BC07181B}">
      <dgm:prSet/>
      <dgm:spPr/>
      <dgm:t>
        <a:bodyPr/>
        <a:lstStyle/>
        <a:p>
          <a:pPr rtl="0"/>
          <a:r>
            <a:rPr lang="fr-CH" dirty="0" smtClean="0"/>
            <a:t>Permet de sélectionner un élément</a:t>
          </a:r>
          <a:endParaRPr lang="fr-CH" dirty="0"/>
        </a:p>
      </dgm:t>
    </dgm:pt>
    <dgm:pt modelId="{603F42C8-159E-4E71-8008-E43B77CF1B5A}" type="parTrans" cxnId="{6C571618-92E8-47CD-97E3-EFB7B5B4B520}">
      <dgm:prSet/>
      <dgm:spPr/>
      <dgm:t>
        <a:bodyPr/>
        <a:lstStyle/>
        <a:p>
          <a:endParaRPr lang="fr-CH"/>
        </a:p>
      </dgm:t>
    </dgm:pt>
    <dgm:pt modelId="{8A14E794-5D88-4E6A-AAA9-70F73B72D2A1}" type="sibTrans" cxnId="{6C571618-92E8-47CD-97E3-EFB7B5B4B520}">
      <dgm:prSet/>
      <dgm:spPr/>
      <dgm:t>
        <a:bodyPr/>
        <a:lstStyle/>
        <a:p>
          <a:endParaRPr lang="fr-CH"/>
        </a:p>
      </dgm:t>
    </dgm:pt>
    <dgm:pt modelId="{0E6FCBF7-AD2B-44C8-8F8F-A7D8214DA187}" type="pres">
      <dgm:prSet presAssocID="{D7B6D8A6-6A0F-4807-978D-3DEA8A110D7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CH"/>
        </a:p>
      </dgm:t>
    </dgm:pt>
    <dgm:pt modelId="{522DBC7A-62BF-4688-A5DD-D9D832068723}" type="pres">
      <dgm:prSet presAssocID="{41107863-4370-4D68-AF09-92E69337E7C6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00E4CDF2-9FF2-49ED-938F-F0CE078C5E10}" type="pres">
      <dgm:prSet presAssocID="{41107863-4370-4D68-AF09-92E69337E7C6}" presName="childText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1D558807-FBC5-452C-835F-46C4456F6282}" type="pres">
      <dgm:prSet presAssocID="{B0956FEF-B444-48A7-ACDF-479D61D1D19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AF54CCFA-05DD-4460-AD87-92B78C9F96F7}" type="pres">
      <dgm:prSet presAssocID="{B0956FEF-B444-48A7-ACDF-479D61D1D19A}" presName="childText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7AA5FD12-5B88-4E42-951D-D8CB4B46D4C5}" type="pres">
      <dgm:prSet presAssocID="{585498E6-B6CA-4556-A8AC-C8E15D713076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FD838E25-F184-4F66-B55F-92A7F788F069}" type="pres">
      <dgm:prSet presAssocID="{585498E6-B6CA-4556-A8AC-C8E15D713076}" presName="childText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AA192DF2-7B36-488A-8EA5-2B0223F6731E}" type="pres">
      <dgm:prSet presAssocID="{11D29574-5A41-4F63-9BD6-C351646A4F78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380CBBCF-B408-458A-AFC2-5D9221427B97}" type="pres">
      <dgm:prSet presAssocID="{11D29574-5A41-4F63-9BD6-C351646A4F78}" presName="childText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801D391A-848D-41DE-B4D3-749409F1EF93}" type="pres">
      <dgm:prSet presAssocID="{4013EADE-1255-417E-A198-AFE92EC7382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49B9DF12-9398-4471-9250-4C285CF14218}" type="pres">
      <dgm:prSet presAssocID="{4013EADE-1255-417E-A198-AFE92EC73820}" presName="childText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fr-CH"/>
        </a:p>
      </dgm:t>
    </dgm:pt>
  </dgm:ptLst>
  <dgm:cxnLst>
    <dgm:cxn modelId="{85A0F9C0-92C3-4D9A-A575-2486B6644068}" srcId="{585498E6-B6CA-4556-A8AC-C8E15D713076}" destId="{0C50C933-6B7B-4BBA-8CDC-2478A7421252}" srcOrd="0" destOrd="0" parTransId="{C3508F54-9092-47D9-A08D-51DED5CABD4C}" sibTransId="{794B243F-8A8C-4861-81D5-FDB83C69DAB2}"/>
    <dgm:cxn modelId="{ADD7B74D-A314-4C3F-A726-105A40B6C897}" srcId="{D7B6D8A6-6A0F-4807-978D-3DEA8A110D78}" destId="{11D29574-5A41-4F63-9BD6-C351646A4F78}" srcOrd="3" destOrd="0" parTransId="{81FA11EF-2AC9-432F-AB2F-92BCCD57D498}" sibTransId="{98C7E1DC-A17B-40BA-AF1A-B0DFDC7FDBFB}"/>
    <dgm:cxn modelId="{6767AE4D-0534-4464-BDDA-B5690D43F934}" srcId="{D7B6D8A6-6A0F-4807-978D-3DEA8A110D78}" destId="{41107863-4370-4D68-AF09-92E69337E7C6}" srcOrd="0" destOrd="0" parTransId="{5B2D9ED5-01CD-4FA9-8EC1-194D3D7FAB87}" sibTransId="{815EE242-A573-41B9-B3D7-6C6173A2796C}"/>
    <dgm:cxn modelId="{68C21B77-1D8D-490C-935C-6A880A5E55F0}" srcId="{D7B6D8A6-6A0F-4807-978D-3DEA8A110D78}" destId="{585498E6-B6CA-4556-A8AC-C8E15D713076}" srcOrd="2" destOrd="0" parTransId="{B73DFA0E-6CDA-4EEB-8DC2-3B3EC73E0BE1}" sibTransId="{29A66551-3026-4F97-BADB-BD8480C4A911}"/>
    <dgm:cxn modelId="{34DF86E8-B174-491D-922C-277EC70932ED}" type="presOf" srcId="{4013EADE-1255-417E-A198-AFE92EC73820}" destId="{801D391A-848D-41DE-B4D3-749409F1EF93}" srcOrd="0" destOrd="0" presId="urn:microsoft.com/office/officeart/2005/8/layout/vList2"/>
    <dgm:cxn modelId="{5D21372D-848C-4ACA-AF19-8966ACB3A110}" srcId="{41107863-4370-4D68-AF09-92E69337E7C6}" destId="{AC26EC3A-EE66-46D5-A1E5-011D52641BC1}" srcOrd="0" destOrd="0" parTransId="{98BEEE38-CDCF-41E3-8D59-83CC1279D6D4}" sibTransId="{E9E0CBF9-763B-49D6-A82A-A97D0646DF4D}"/>
    <dgm:cxn modelId="{477114A8-FCD3-4A60-A76D-64B39549539E}" type="presOf" srcId="{01C7FF95-DD26-4075-AB79-B4E0A0FC42A6}" destId="{AF54CCFA-05DD-4460-AD87-92B78C9F96F7}" srcOrd="0" destOrd="0" presId="urn:microsoft.com/office/officeart/2005/8/layout/vList2"/>
    <dgm:cxn modelId="{8BE2BD7F-1659-47C8-BFF8-A6CA8FCA7A6A}" type="presOf" srcId="{585498E6-B6CA-4556-A8AC-C8E15D713076}" destId="{7AA5FD12-5B88-4E42-951D-D8CB4B46D4C5}" srcOrd="0" destOrd="0" presId="urn:microsoft.com/office/officeart/2005/8/layout/vList2"/>
    <dgm:cxn modelId="{DEEF357D-D9F3-4B18-9F7D-E9154978A17E}" type="presOf" srcId="{AC26EC3A-EE66-46D5-A1E5-011D52641BC1}" destId="{00E4CDF2-9FF2-49ED-938F-F0CE078C5E10}" srcOrd="0" destOrd="0" presId="urn:microsoft.com/office/officeart/2005/8/layout/vList2"/>
    <dgm:cxn modelId="{74A2B2B4-5873-4EFD-A84A-50E417FAD96E}" type="presOf" srcId="{41107863-4370-4D68-AF09-92E69337E7C6}" destId="{522DBC7A-62BF-4688-A5DD-D9D832068723}" srcOrd="0" destOrd="0" presId="urn:microsoft.com/office/officeart/2005/8/layout/vList2"/>
    <dgm:cxn modelId="{1DEB9FBA-AC1A-4B28-80B2-59A535683CB7}" srcId="{D7B6D8A6-6A0F-4807-978D-3DEA8A110D78}" destId="{B0956FEF-B444-48A7-ACDF-479D61D1D19A}" srcOrd="1" destOrd="0" parTransId="{944C11B2-0FC9-4432-8841-CD5D5040B3EA}" sibTransId="{840415D9-E93F-4B37-B8B5-79476C01E7EF}"/>
    <dgm:cxn modelId="{D063A544-30FF-46F2-85E1-CCE6F1614F1E}" type="presOf" srcId="{B0956FEF-B444-48A7-ACDF-479D61D1D19A}" destId="{1D558807-FBC5-452C-835F-46C4456F6282}" srcOrd="0" destOrd="0" presId="urn:microsoft.com/office/officeart/2005/8/layout/vList2"/>
    <dgm:cxn modelId="{9A8946F3-441B-452C-A37F-9467947397E9}" type="presOf" srcId="{11D29574-5A41-4F63-9BD6-C351646A4F78}" destId="{AA192DF2-7B36-488A-8EA5-2B0223F6731E}" srcOrd="0" destOrd="0" presId="urn:microsoft.com/office/officeart/2005/8/layout/vList2"/>
    <dgm:cxn modelId="{6A5D3C67-933C-412E-B93E-364BA58ACB3E}" srcId="{B0956FEF-B444-48A7-ACDF-479D61D1D19A}" destId="{01C7FF95-DD26-4075-AB79-B4E0A0FC42A6}" srcOrd="0" destOrd="0" parTransId="{90D10194-BF76-49FA-83FE-7DBDC99AEE2B}" sibTransId="{2E370142-226F-422D-B731-7CBD136BFAEA}"/>
    <dgm:cxn modelId="{F5648CE5-BD82-45C1-9128-9DA4F5BA3DE7}" srcId="{11D29574-5A41-4F63-9BD6-C351646A4F78}" destId="{37F13116-0F88-4D3E-8227-B8B109BA0324}" srcOrd="0" destOrd="0" parTransId="{E457E509-3691-49F1-87A3-418B27BAF2B5}" sibTransId="{9F7C96F1-F0D6-42C8-A532-A9DA51714177}"/>
    <dgm:cxn modelId="{6C571618-92E8-47CD-97E3-EFB7B5B4B520}" srcId="{4013EADE-1255-417E-A198-AFE92EC73820}" destId="{A088DB6E-A470-4C1E-91E5-FD70BC07181B}" srcOrd="0" destOrd="0" parTransId="{603F42C8-159E-4E71-8008-E43B77CF1B5A}" sibTransId="{8A14E794-5D88-4E6A-AAA9-70F73B72D2A1}"/>
    <dgm:cxn modelId="{F806B26C-3456-4F0C-B340-42ECA93DBF14}" type="presOf" srcId="{D7B6D8A6-6A0F-4807-978D-3DEA8A110D78}" destId="{0E6FCBF7-AD2B-44C8-8F8F-A7D8214DA187}" srcOrd="0" destOrd="0" presId="urn:microsoft.com/office/officeart/2005/8/layout/vList2"/>
    <dgm:cxn modelId="{A535CD2C-66F0-496C-98F1-85234DDFBFB8}" srcId="{D7B6D8A6-6A0F-4807-978D-3DEA8A110D78}" destId="{4013EADE-1255-417E-A198-AFE92EC73820}" srcOrd="4" destOrd="0" parTransId="{3F4365DB-81B4-4BDA-B25A-CE8EF152D1C2}" sibTransId="{DB693D96-CFEB-4A84-A2DC-E062B2150751}"/>
    <dgm:cxn modelId="{EE4E51C4-A5D2-429A-8DDB-7C32F5857187}" type="presOf" srcId="{A088DB6E-A470-4C1E-91E5-FD70BC07181B}" destId="{49B9DF12-9398-4471-9250-4C285CF14218}" srcOrd="0" destOrd="0" presId="urn:microsoft.com/office/officeart/2005/8/layout/vList2"/>
    <dgm:cxn modelId="{C0284AE3-6AFD-4EDA-B5CB-737A0075F641}" type="presOf" srcId="{0C50C933-6B7B-4BBA-8CDC-2478A7421252}" destId="{FD838E25-F184-4F66-B55F-92A7F788F069}" srcOrd="0" destOrd="0" presId="urn:microsoft.com/office/officeart/2005/8/layout/vList2"/>
    <dgm:cxn modelId="{F7A2E20C-FFEF-40E4-B640-12BE29E4F9C3}" type="presOf" srcId="{37F13116-0F88-4D3E-8227-B8B109BA0324}" destId="{380CBBCF-B408-458A-AFC2-5D9221427B97}" srcOrd="0" destOrd="0" presId="urn:microsoft.com/office/officeart/2005/8/layout/vList2"/>
    <dgm:cxn modelId="{A449E3B6-ABA1-487F-99E6-727C4D867BFE}" type="presParOf" srcId="{0E6FCBF7-AD2B-44C8-8F8F-A7D8214DA187}" destId="{522DBC7A-62BF-4688-A5DD-D9D832068723}" srcOrd="0" destOrd="0" presId="urn:microsoft.com/office/officeart/2005/8/layout/vList2"/>
    <dgm:cxn modelId="{71CCD1EE-D28A-4302-A176-5904A292E1FE}" type="presParOf" srcId="{0E6FCBF7-AD2B-44C8-8F8F-A7D8214DA187}" destId="{00E4CDF2-9FF2-49ED-938F-F0CE078C5E10}" srcOrd="1" destOrd="0" presId="urn:microsoft.com/office/officeart/2005/8/layout/vList2"/>
    <dgm:cxn modelId="{A88980F8-9F94-47E4-B52A-A6B317D204A2}" type="presParOf" srcId="{0E6FCBF7-AD2B-44C8-8F8F-A7D8214DA187}" destId="{1D558807-FBC5-452C-835F-46C4456F6282}" srcOrd="2" destOrd="0" presId="urn:microsoft.com/office/officeart/2005/8/layout/vList2"/>
    <dgm:cxn modelId="{EC0A301B-4494-4E4C-B0B1-062FD97B8ED3}" type="presParOf" srcId="{0E6FCBF7-AD2B-44C8-8F8F-A7D8214DA187}" destId="{AF54CCFA-05DD-4460-AD87-92B78C9F96F7}" srcOrd="3" destOrd="0" presId="urn:microsoft.com/office/officeart/2005/8/layout/vList2"/>
    <dgm:cxn modelId="{3FA44294-1A4C-46F5-A1B5-7E781ED0CF1F}" type="presParOf" srcId="{0E6FCBF7-AD2B-44C8-8F8F-A7D8214DA187}" destId="{7AA5FD12-5B88-4E42-951D-D8CB4B46D4C5}" srcOrd="4" destOrd="0" presId="urn:microsoft.com/office/officeart/2005/8/layout/vList2"/>
    <dgm:cxn modelId="{92528C4C-D6E3-4E71-B1B5-1EF688462376}" type="presParOf" srcId="{0E6FCBF7-AD2B-44C8-8F8F-A7D8214DA187}" destId="{FD838E25-F184-4F66-B55F-92A7F788F069}" srcOrd="5" destOrd="0" presId="urn:microsoft.com/office/officeart/2005/8/layout/vList2"/>
    <dgm:cxn modelId="{8F20C841-448C-4BC5-95E6-D38B0922419D}" type="presParOf" srcId="{0E6FCBF7-AD2B-44C8-8F8F-A7D8214DA187}" destId="{AA192DF2-7B36-488A-8EA5-2B0223F6731E}" srcOrd="6" destOrd="0" presId="urn:microsoft.com/office/officeart/2005/8/layout/vList2"/>
    <dgm:cxn modelId="{D2A0E3A3-086D-4EAC-8953-0BAB226B62E6}" type="presParOf" srcId="{0E6FCBF7-AD2B-44C8-8F8F-A7D8214DA187}" destId="{380CBBCF-B408-458A-AFC2-5D9221427B97}" srcOrd="7" destOrd="0" presId="urn:microsoft.com/office/officeart/2005/8/layout/vList2"/>
    <dgm:cxn modelId="{F83C64C1-1A4F-429D-9A79-B35C6820F31E}" type="presParOf" srcId="{0E6FCBF7-AD2B-44C8-8F8F-A7D8214DA187}" destId="{801D391A-848D-41DE-B4D3-749409F1EF93}" srcOrd="8" destOrd="0" presId="urn:microsoft.com/office/officeart/2005/8/layout/vList2"/>
    <dgm:cxn modelId="{83C9D7FC-AC79-4ADD-B360-496E86FDAD98}" type="presParOf" srcId="{0E6FCBF7-AD2B-44C8-8F8F-A7D8214DA187}" destId="{49B9DF12-9398-4471-9250-4C285CF1421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8AE5A7-8F11-40F9-891A-9BFBFE0BB6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CH"/>
        </a:p>
      </dgm:t>
    </dgm:pt>
    <dgm:pt modelId="{E2680EF2-CBE3-421B-AAB8-EF85CF092888}">
      <dgm:prSet/>
      <dgm:spPr/>
      <dgm:t>
        <a:bodyPr/>
        <a:lstStyle/>
        <a:p>
          <a:pPr rtl="0"/>
          <a:r>
            <a:rPr lang="fr-CH" smtClean="0"/>
            <a:t>Gestions des erreurs</a:t>
          </a:r>
          <a:endParaRPr lang="fr-CH"/>
        </a:p>
      </dgm:t>
    </dgm:pt>
    <dgm:pt modelId="{950BD2AC-2702-4782-A1ED-1FF41E2C22ED}" type="parTrans" cxnId="{C60BD748-A5B7-40A1-A0B2-5D619A96231E}">
      <dgm:prSet/>
      <dgm:spPr/>
      <dgm:t>
        <a:bodyPr/>
        <a:lstStyle/>
        <a:p>
          <a:endParaRPr lang="fr-CH"/>
        </a:p>
      </dgm:t>
    </dgm:pt>
    <dgm:pt modelId="{A2F9B23A-ED8B-4F5D-B77A-2C12BF205FA8}" type="sibTrans" cxnId="{C60BD748-A5B7-40A1-A0B2-5D619A96231E}">
      <dgm:prSet/>
      <dgm:spPr/>
      <dgm:t>
        <a:bodyPr/>
        <a:lstStyle/>
        <a:p>
          <a:endParaRPr lang="fr-CH"/>
        </a:p>
      </dgm:t>
    </dgm:pt>
    <dgm:pt modelId="{E3A896C1-EAE2-497B-9C1E-65C648FBE20D}">
      <dgm:prSet/>
      <dgm:spPr/>
      <dgm:t>
        <a:bodyPr/>
        <a:lstStyle/>
        <a:p>
          <a:pPr rtl="0"/>
          <a:r>
            <a:rPr lang="fr-CH" smtClean="0"/>
            <a:t>Corrections des bugs</a:t>
          </a:r>
          <a:endParaRPr lang="fr-CH"/>
        </a:p>
      </dgm:t>
    </dgm:pt>
    <dgm:pt modelId="{374E2ED1-063B-4870-8D71-F235A0A1E952}" type="parTrans" cxnId="{ABF4678E-70D9-437A-B71F-5134A82A0D2C}">
      <dgm:prSet/>
      <dgm:spPr/>
      <dgm:t>
        <a:bodyPr/>
        <a:lstStyle/>
        <a:p>
          <a:endParaRPr lang="fr-CH"/>
        </a:p>
      </dgm:t>
    </dgm:pt>
    <dgm:pt modelId="{0B881669-FFF1-4231-A202-48C5BD920FF2}" type="sibTrans" cxnId="{ABF4678E-70D9-437A-B71F-5134A82A0D2C}">
      <dgm:prSet/>
      <dgm:spPr/>
      <dgm:t>
        <a:bodyPr/>
        <a:lstStyle/>
        <a:p>
          <a:endParaRPr lang="fr-CH"/>
        </a:p>
      </dgm:t>
    </dgm:pt>
    <dgm:pt modelId="{30BF132B-45D6-414D-9C49-DF3B173259B4}">
      <dgm:prSet/>
      <dgm:spPr/>
      <dgm:t>
        <a:bodyPr/>
        <a:lstStyle/>
        <a:p>
          <a:pPr rtl="0"/>
          <a:r>
            <a:rPr lang="fr-CH" smtClean="0"/>
            <a:t>Navigateur complet</a:t>
          </a:r>
          <a:endParaRPr lang="fr-CH"/>
        </a:p>
      </dgm:t>
    </dgm:pt>
    <dgm:pt modelId="{82CF2FA6-FDBE-4D36-A78F-D8DD9B77A5A6}" type="parTrans" cxnId="{E14480DB-60C3-4BBD-9C40-F82C77EC6BB7}">
      <dgm:prSet/>
      <dgm:spPr/>
      <dgm:t>
        <a:bodyPr/>
        <a:lstStyle/>
        <a:p>
          <a:endParaRPr lang="fr-CH"/>
        </a:p>
      </dgm:t>
    </dgm:pt>
    <dgm:pt modelId="{1D75A1C9-EA5A-467B-A3D0-B64927C35AF5}" type="sibTrans" cxnId="{E14480DB-60C3-4BBD-9C40-F82C77EC6BB7}">
      <dgm:prSet/>
      <dgm:spPr/>
      <dgm:t>
        <a:bodyPr/>
        <a:lstStyle/>
        <a:p>
          <a:endParaRPr lang="fr-CH"/>
        </a:p>
      </dgm:t>
    </dgm:pt>
    <dgm:pt modelId="{8E2922A0-CF4F-40E9-A006-BE88382657AC}">
      <dgm:prSet/>
      <dgm:spPr/>
      <dgm:t>
        <a:bodyPr/>
        <a:lstStyle/>
        <a:p>
          <a:pPr rtl="0"/>
          <a:r>
            <a:rPr lang="fr-CH" smtClean="0"/>
            <a:t>Bac-à-sable</a:t>
          </a:r>
          <a:endParaRPr lang="fr-CH"/>
        </a:p>
      </dgm:t>
    </dgm:pt>
    <dgm:pt modelId="{358D7BF4-AF5B-48DA-9D7F-3DABCECE9542}" type="parTrans" cxnId="{6EE15AF9-74DC-4E70-B505-1216B5C3A384}">
      <dgm:prSet/>
      <dgm:spPr/>
      <dgm:t>
        <a:bodyPr/>
        <a:lstStyle/>
        <a:p>
          <a:endParaRPr lang="fr-CH"/>
        </a:p>
      </dgm:t>
    </dgm:pt>
    <dgm:pt modelId="{131CE72B-A83F-4938-9AED-8F7BB6C1256E}" type="sibTrans" cxnId="{6EE15AF9-74DC-4E70-B505-1216B5C3A384}">
      <dgm:prSet/>
      <dgm:spPr/>
      <dgm:t>
        <a:bodyPr/>
        <a:lstStyle/>
        <a:p>
          <a:endParaRPr lang="fr-CH"/>
        </a:p>
      </dgm:t>
    </dgm:pt>
    <dgm:pt modelId="{6DDAEA67-559B-4317-A1A9-8C04ED0E7189}" type="pres">
      <dgm:prSet presAssocID="{8F8AE5A7-8F11-40F9-891A-9BFBFE0BB61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CH"/>
        </a:p>
      </dgm:t>
    </dgm:pt>
    <dgm:pt modelId="{2AAA2E23-6F4D-42E5-A641-5C3B8047E137}" type="pres">
      <dgm:prSet presAssocID="{E2680EF2-CBE3-421B-AAB8-EF85CF09288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9AF1A7E8-A22A-4A6E-B7A6-BF41D7B7E02D}" type="pres">
      <dgm:prSet presAssocID="{A2F9B23A-ED8B-4F5D-B77A-2C12BF205FA8}" presName="spacer" presStyleCnt="0"/>
      <dgm:spPr/>
    </dgm:pt>
    <dgm:pt modelId="{A05AB10D-CE9E-4740-9961-7CA2052E4C39}" type="pres">
      <dgm:prSet presAssocID="{E3A896C1-EAE2-497B-9C1E-65C648FBE20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7A6ED714-8EDA-422A-8FE1-C52C55D56F8F}" type="pres">
      <dgm:prSet presAssocID="{0B881669-FFF1-4231-A202-48C5BD920FF2}" presName="spacer" presStyleCnt="0"/>
      <dgm:spPr/>
    </dgm:pt>
    <dgm:pt modelId="{7530D3B1-44E6-4305-A75F-5317E8518830}" type="pres">
      <dgm:prSet presAssocID="{30BF132B-45D6-414D-9C49-DF3B173259B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  <dgm:pt modelId="{EBA5B6F6-A8BD-4EB7-B6F6-A4FC3B39B3A7}" type="pres">
      <dgm:prSet presAssocID="{1D75A1C9-EA5A-467B-A3D0-B64927C35AF5}" presName="spacer" presStyleCnt="0"/>
      <dgm:spPr/>
    </dgm:pt>
    <dgm:pt modelId="{75776410-8455-4E3F-9111-3F65B4013C9D}" type="pres">
      <dgm:prSet presAssocID="{8E2922A0-CF4F-40E9-A006-BE88382657A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CH"/>
        </a:p>
      </dgm:t>
    </dgm:pt>
  </dgm:ptLst>
  <dgm:cxnLst>
    <dgm:cxn modelId="{3BA25DFE-D371-4389-A417-4B62BC29EDDB}" type="presOf" srcId="{8E2922A0-CF4F-40E9-A006-BE88382657AC}" destId="{75776410-8455-4E3F-9111-3F65B4013C9D}" srcOrd="0" destOrd="0" presId="urn:microsoft.com/office/officeart/2005/8/layout/vList2"/>
    <dgm:cxn modelId="{293F5971-6B89-4AB4-B28C-194B82184DAF}" type="presOf" srcId="{E2680EF2-CBE3-421B-AAB8-EF85CF092888}" destId="{2AAA2E23-6F4D-42E5-A641-5C3B8047E137}" srcOrd="0" destOrd="0" presId="urn:microsoft.com/office/officeart/2005/8/layout/vList2"/>
    <dgm:cxn modelId="{0279B9D6-0AB8-4F35-86DF-9953E6094B9F}" type="presOf" srcId="{E3A896C1-EAE2-497B-9C1E-65C648FBE20D}" destId="{A05AB10D-CE9E-4740-9961-7CA2052E4C39}" srcOrd="0" destOrd="0" presId="urn:microsoft.com/office/officeart/2005/8/layout/vList2"/>
    <dgm:cxn modelId="{E14480DB-60C3-4BBD-9C40-F82C77EC6BB7}" srcId="{8F8AE5A7-8F11-40F9-891A-9BFBFE0BB61E}" destId="{30BF132B-45D6-414D-9C49-DF3B173259B4}" srcOrd="2" destOrd="0" parTransId="{82CF2FA6-FDBE-4D36-A78F-D8DD9B77A5A6}" sibTransId="{1D75A1C9-EA5A-467B-A3D0-B64927C35AF5}"/>
    <dgm:cxn modelId="{ABF4678E-70D9-437A-B71F-5134A82A0D2C}" srcId="{8F8AE5A7-8F11-40F9-891A-9BFBFE0BB61E}" destId="{E3A896C1-EAE2-497B-9C1E-65C648FBE20D}" srcOrd="1" destOrd="0" parTransId="{374E2ED1-063B-4870-8D71-F235A0A1E952}" sibTransId="{0B881669-FFF1-4231-A202-48C5BD920FF2}"/>
    <dgm:cxn modelId="{C60BD748-A5B7-40A1-A0B2-5D619A96231E}" srcId="{8F8AE5A7-8F11-40F9-891A-9BFBFE0BB61E}" destId="{E2680EF2-CBE3-421B-AAB8-EF85CF092888}" srcOrd="0" destOrd="0" parTransId="{950BD2AC-2702-4782-A1ED-1FF41E2C22ED}" sibTransId="{A2F9B23A-ED8B-4F5D-B77A-2C12BF205FA8}"/>
    <dgm:cxn modelId="{B389EDE3-4CF9-4D8E-B052-5E628A1CABEE}" type="presOf" srcId="{8F8AE5A7-8F11-40F9-891A-9BFBFE0BB61E}" destId="{6DDAEA67-559B-4317-A1A9-8C04ED0E7189}" srcOrd="0" destOrd="0" presId="urn:microsoft.com/office/officeart/2005/8/layout/vList2"/>
    <dgm:cxn modelId="{D75E39B0-EA64-4A72-848B-FE5321B4B0E6}" type="presOf" srcId="{30BF132B-45D6-414D-9C49-DF3B173259B4}" destId="{7530D3B1-44E6-4305-A75F-5317E8518830}" srcOrd="0" destOrd="0" presId="urn:microsoft.com/office/officeart/2005/8/layout/vList2"/>
    <dgm:cxn modelId="{6EE15AF9-74DC-4E70-B505-1216B5C3A384}" srcId="{8F8AE5A7-8F11-40F9-891A-9BFBFE0BB61E}" destId="{8E2922A0-CF4F-40E9-A006-BE88382657AC}" srcOrd="3" destOrd="0" parTransId="{358D7BF4-AF5B-48DA-9D7F-3DABCECE9542}" sibTransId="{131CE72B-A83F-4938-9AED-8F7BB6C1256E}"/>
    <dgm:cxn modelId="{D2F242C0-E179-4FC8-A4DB-ACE2FD3FDF53}" type="presParOf" srcId="{6DDAEA67-559B-4317-A1A9-8C04ED0E7189}" destId="{2AAA2E23-6F4D-42E5-A641-5C3B8047E137}" srcOrd="0" destOrd="0" presId="urn:microsoft.com/office/officeart/2005/8/layout/vList2"/>
    <dgm:cxn modelId="{F5F0203D-DECB-492C-9A04-0381315DD997}" type="presParOf" srcId="{6DDAEA67-559B-4317-A1A9-8C04ED0E7189}" destId="{9AF1A7E8-A22A-4A6E-B7A6-BF41D7B7E02D}" srcOrd="1" destOrd="0" presId="urn:microsoft.com/office/officeart/2005/8/layout/vList2"/>
    <dgm:cxn modelId="{BD541F3D-CFBF-4BA6-AD50-A1C3083F2379}" type="presParOf" srcId="{6DDAEA67-559B-4317-A1A9-8C04ED0E7189}" destId="{A05AB10D-CE9E-4740-9961-7CA2052E4C39}" srcOrd="2" destOrd="0" presId="urn:microsoft.com/office/officeart/2005/8/layout/vList2"/>
    <dgm:cxn modelId="{A149A5DA-B897-4ED1-BF24-9EE3B35379D5}" type="presParOf" srcId="{6DDAEA67-559B-4317-A1A9-8C04ED0E7189}" destId="{7A6ED714-8EDA-422A-8FE1-C52C55D56F8F}" srcOrd="3" destOrd="0" presId="urn:microsoft.com/office/officeart/2005/8/layout/vList2"/>
    <dgm:cxn modelId="{4E536B05-C781-4239-BFD7-B381D228E0EA}" type="presParOf" srcId="{6DDAEA67-559B-4317-A1A9-8C04ED0E7189}" destId="{7530D3B1-44E6-4305-A75F-5317E8518830}" srcOrd="4" destOrd="0" presId="urn:microsoft.com/office/officeart/2005/8/layout/vList2"/>
    <dgm:cxn modelId="{85B2AB80-4A12-4988-9416-0FD4C5182885}" type="presParOf" srcId="{6DDAEA67-559B-4317-A1A9-8C04ED0E7189}" destId="{EBA5B6F6-A8BD-4EB7-B6F6-A4FC3B39B3A7}" srcOrd="5" destOrd="0" presId="urn:microsoft.com/office/officeart/2005/8/layout/vList2"/>
    <dgm:cxn modelId="{C4BD7F5A-29AA-4144-9D76-2E635188C177}" type="presParOf" srcId="{6DDAEA67-559B-4317-A1A9-8C04ED0E7189}" destId="{75776410-8455-4E3F-9111-3F65B4013C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E72CC-3FE6-425B-B060-E108414AEF92}">
      <dsp:nvSpPr>
        <dsp:cNvPr id="0" name=""/>
        <dsp:cNvSpPr/>
      </dsp:nvSpPr>
      <dsp:spPr>
        <a:xfrm>
          <a:off x="0" y="31992"/>
          <a:ext cx="9905999" cy="1672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l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4600" kern="1200" smtClean="0"/>
            <a:t>Informer sur l’oculométrie</a:t>
          </a:r>
          <a:endParaRPr lang="fr-CH" sz="4600" kern="1200"/>
        </a:p>
      </dsp:txBody>
      <dsp:txXfrm>
        <a:off x="81651" y="113643"/>
        <a:ext cx="9742697" cy="1509322"/>
      </dsp:txXfrm>
    </dsp:sp>
    <dsp:sp modelId="{514E9CCD-C288-437D-9FD9-2588A7E2DEFD}">
      <dsp:nvSpPr>
        <dsp:cNvPr id="0" name=""/>
        <dsp:cNvSpPr/>
      </dsp:nvSpPr>
      <dsp:spPr>
        <a:xfrm>
          <a:off x="0" y="1837096"/>
          <a:ext cx="9905999" cy="1672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l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4600" kern="1200" smtClean="0"/>
            <a:t>Donner une idée des possibilités avec le démonstrateur</a:t>
          </a:r>
          <a:endParaRPr lang="fr-CH" sz="4600" kern="1200"/>
        </a:p>
      </dsp:txBody>
      <dsp:txXfrm>
        <a:off x="81651" y="1918747"/>
        <a:ext cx="9742697" cy="15093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9F3A9-40B2-4378-9568-3FA328598691}">
      <dsp:nvSpPr>
        <dsp:cNvPr id="0" name=""/>
        <dsp:cNvSpPr/>
      </dsp:nvSpPr>
      <dsp:spPr>
        <a:xfrm>
          <a:off x="0" y="0"/>
          <a:ext cx="9905999" cy="159377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63E5B-FDBE-4830-85B7-D8593A7C8D76}">
      <dsp:nvSpPr>
        <dsp:cNvPr id="0" name=""/>
        <dsp:cNvSpPr/>
      </dsp:nvSpPr>
      <dsp:spPr>
        <a:xfrm>
          <a:off x="300192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939C6-ECCC-481D-89C7-5CE8C59617A0}">
      <dsp:nvSpPr>
        <dsp:cNvPr id="0" name=""/>
        <dsp:cNvSpPr/>
      </dsp:nvSpPr>
      <dsp:spPr>
        <a:xfrm rot="10800000">
          <a:off x="300192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dirty="0" smtClean="0"/>
            <a:t>Introduction</a:t>
          </a:r>
          <a:endParaRPr lang="fr-CH" sz="1100" kern="1200" dirty="0"/>
        </a:p>
      </dsp:txBody>
      <dsp:txXfrm rot="10800000">
        <a:off x="333086" y="1593771"/>
        <a:ext cx="1003822" cy="1915048"/>
      </dsp:txXfrm>
    </dsp:sp>
    <dsp:sp modelId="{9129898E-6A98-451D-82E8-F489C706DF9C}">
      <dsp:nvSpPr>
        <dsp:cNvPr id="0" name=""/>
        <dsp:cNvSpPr/>
      </dsp:nvSpPr>
      <dsp:spPr>
        <a:xfrm>
          <a:off x="1476764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B3E02-4025-4FC4-BDDE-E31C9FE8534B}">
      <dsp:nvSpPr>
        <dsp:cNvPr id="0" name=""/>
        <dsp:cNvSpPr/>
      </dsp:nvSpPr>
      <dsp:spPr>
        <a:xfrm rot="10800000">
          <a:off x="1476764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dirty="0" smtClean="0"/>
            <a:t>Résultats obtenus</a:t>
          </a:r>
          <a:endParaRPr lang="fr-CH" sz="1100" kern="1200" dirty="0"/>
        </a:p>
      </dsp:txBody>
      <dsp:txXfrm rot="10800000">
        <a:off x="1509658" y="1593771"/>
        <a:ext cx="1003822" cy="1915048"/>
      </dsp:txXfrm>
    </dsp:sp>
    <dsp:sp modelId="{8C330A59-78D2-44FF-982F-C3F5CB8B77D0}">
      <dsp:nvSpPr>
        <dsp:cNvPr id="0" name=""/>
        <dsp:cNvSpPr/>
      </dsp:nvSpPr>
      <dsp:spPr>
        <a:xfrm>
          <a:off x="2653336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D4D2B-1A43-4174-9768-6E913DC122B5}">
      <dsp:nvSpPr>
        <dsp:cNvPr id="0" name=""/>
        <dsp:cNvSpPr/>
      </dsp:nvSpPr>
      <dsp:spPr>
        <a:xfrm rot="10800000">
          <a:off x="2653336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smtClean="0"/>
            <a:t>Les actions possibles</a:t>
          </a:r>
          <a:endParaRPr lang="fr-CH" sz="1100" kern="1200"/>
        </a:p>
      </dsp:txBody>
      <dsp:txXfrm rot="10800000">
        <a:off x="2686230" y="1593771"/>
        <a:ext cx="1003822" cy="1915048"/>
      </dsp:txXfrm>
    </dsp:sp>
    <dsp:sp modelId="{0E99E27D-8CAD-43E2-B751-54EDE4A8EC3F}">
      <dsp:nvSpPr>
        <dsp:cNvPr id="0" name=""/>
        <dsp:cNvSpPr/>
      </dsp:nvSpPr>
      <dsp:spPr>
        <a:xfrm>
          <a:off x="3829908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80524-687B-4A5D-9447-F842C87CB57D}">
      <dsp:nvSpPr>
        <dsp:cNvPr id="0" name=""/>
        <dsp:cNvSpPr/>
      </dsp:nvSpPr>
      <dsp:spPr>
        <a:xfrm rot="10800000">
          <a:off x="3829908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smtClean="0"/>
            <a:t>Les challenges</a:t>
          </a:r>
          <a:endParaRPr lang="fr-CH" sz="1100" kern="1200"/>
        </a:p>
      </dsp:txBody>
      <dsp:txXfrm rot="10800000">
        <a:off x="3862802" y="1593771"/>
        <a:ext cx="1003822" cy="1915048"/>
      </dsp:txXfrm>
    </dsp:sp>
    <dsp:sp modelId="{5509112F-1F69-4DCB-B0BC-979D0D5D36A1}">
      <dsp:nvSpPr>
        <dsp:cNvPr id="0" name=""/>
        <dsp:cNvSpPr/>
      </dsp:nvSpPr>
      <dsp:spPr>
        <a:xfrm>
          <a:off x="5006480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5283E-D047-429A-8560-A18A2ADC95A9}">
      <dsp:nvSpPr>
        <dsp:cNvPr id="0" name=""/>
        <dsp:cNvSpPr/>
      </dsp:nvSpPr>
      <dsp:spPr>
        <a:xfrm rot="10800000">
          <a:off x="5006480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dirty="0" smtClean="0"/>
            <a:t>Démonstration</a:t>
          </a:r>
          <a:endParaRPr lang="fr-CH" sz="11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H" sz="900" kern="1200" dirty="0" smtClean="0"/>
            <a:t>par mes soins</a:t>
          </a:r>
          <a:endParaRPr lang="fr-CH" sz="900" kern="1200" dirty="0"/>
        </a:p>
      </dsp:txBody>
      <dsp:txXfrm rot="10800000">
        <a:off x="5039374" y="1593771"/>
        <a:ext cx="1003822" cy="1915048"/>
      </dsp:txXfrm>
    </dsp:sp>
    <dsp:sp modelId="{AA2B4DCC-B3DB-457F-AE7C-69C45773DC06}">
      <dsp:nvSpPr>
        <dsp:cNvPr id="0" name=""/>
        <dsp:cNvSpPr/>
      </dsp:nvSpPr>
      <dsp:spPr>
        <a:xfrm>
          <a:off x="6183052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CD1B4-40EB-4DBE-B18E-2A3A151B80F8}">
      <dsp:nvSpPr>
        <dsp:cNvPr id="0" name=""/>
        <dsp:cNvSpPr/>
      </dsp:nvSpPr>
      <dsp:spPr>
        <a:xfrm rot="10800000">
          <a:off x="6183052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dirty="0" smtClean="0"/>
            <a:t>Améliorations possibles</a:t>
          </a:r>
          <a:endParaRPr lang="fr-CH" sz="1100" kern="1200" dirty="0"/>
        </a:p>
      </dsp:txBody>
      <dsp:txXfrm rot="10800000">
        <a:off x="6215946" y="1593771"/>
        <a:ext cx="1003822" cy="1915048"/>
      </dsp:txXfrm>
    </dsp:sp>
    <dsp:sp modelId="{529F206C-78A1-4253-B157-4C391DC62853}">
      <dsp:nvSpPr>
        <dsp:cNvPr id="0" name=""/>
        <dsp:cNvSpPr/>
      </dsp:nvSpPr>
      <dsp:spPr>
        <a:xfrm>
          <a:off x="7359623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349EB-5200-4A34-9DBA-375979C8F676}">
      <dsp:nvSpPr>
        <dsp:cNvPr id="0" name=""/>
        <dsp:cNvSpPr/>
      </dsp:nvSpPr>
      <dsp:spPr>
        <a:xfrm rot="10800000">
          <a:off x="7359623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smtClean="0"/>
            <a:t>Conclusion</a:t>
          </a:r>
          <a:endParaRPr lang="fr-CH" sz="1100" kern="1200"/>
        </a:p>
      </dsp:txBody>
      <dsp:txXfrm rot="10800000">
        <a:off x="7392517" y="1593771"/>
        <a:ext cx="1003822" cy="1915048"/>
      </dsp:txXfrm>
    </dsp:sp>
    <dsp:sp modelId="{53B84999-8A28-4BBB-B9A8-6094071D9FFB}">
      <dsp:nvSpPr>
        <dsp:cNvPr id="0" name=""/>
        <dsp:cNvSpPr/>
      </dsp:nvSpPr>
      <dsp:spPr>
        <a:xfrm>
          <a:off x="8536195" y="212502"/>
          <a:ext cx="1069610" cy="11687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FAD3AA-0596-4F2E-8D86-AA05298489F7}">
      <dsp:nvSpPr>
        <dsp:cNvPr id="0" name=""/>
        <dsp:cNvSpPr/>
      </dsp:nvSpPr>
      <dsp:spPr>
        <a:xfrm rot="10800000">
          <a:off x="8536195" y="1593771"/>
          <a:ext cx="1069610" cy="1947942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100" kern="1200" dirty="0" smtClean="0"/>
            <a:t>Démonstration</a:t>
          </a:r>
          <a:endParaRPr lang="fr-CH" sz="11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H" sz="900" kern="1200" dirty="0" smtClean="0"/>
            <a:t>par un volontaire</a:t>
          </a:r>
          <a:endParaRPr lang="fr-CH" sz="900" kern="1200" dirty="0"/>
        </a:p>
      </dsp:txBody>
      <dsp:txXfrm rot="10800000">
        <a:off x="8569089" y="1593771"/>
        <a:ext cx="1003822" cy="19150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8E8F7E-B2D1-422C-AFC6-12DF434B63AD}">
      <dsp:nvSpPr>
        <dsp:cNvPr id="0" name=""/>
        <dsp:cNvSpPr/>
      </dsp:nvSpPr>
      <dsp:spPr>
        <a:xfrm>
          <a:off x="0" y="40606"/>
          <a:ext cx="9905999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4000" kern="1200" smtClean="0"/>
            <a:t>Menu principal</a:t>
          </a:r>
          <a:endParaRPr lang="fr-CH" sz="4000" kern="1200"/>
        </a:p>
      </dsp:txBody>
      <dsp:txXfrm>
        <a:off x="44549" y="85155"/>
        <a:ext cx="9816901" cy="823502"/>
      </dsp:txXfrm>
    </dsp:sp>
    <dsp:sp modelId="{875A3994-D960-4608-BB12-16511E6C4A68}">
      <dsp:nvSpPr>
        <dsp:cNvPr id="0" name=""/>
        <dsp:cNvSpPr/>
      </dsp:nvSpPr>
      <dsp:spPr>
        <a:xfrm>
          <a:off x="0" y="953207"/>
          <a:ext cx="9905999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50800" rIns="284480" bIns="50800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3100" kern="1200" dirty="0" smtClean="0"/>
            <a:t>Visualiser des images d’un dossier</a:t>
          </a:r>
          <a:endParaRPr lang="fr-CH" sz="3100" kern="1200" dirty="0"/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3100" kern="1200" dirty="0" smtClean="0"/>
            <a:t>Effectuer des actions</a:t>
          </a:r>
          <a:endParaRPr lang="fr-CH" sz="3100" kern="1200" dirty="0"/>
        </a:p>
      </dsp:txBody>
      <dsp:txXfrm>
        <a:off x="0" y="953207"/>
        <a:ext cx="9905999" cy="972900"/>
      </dsp:txXfrm>
    </dsp:sp>
    <dsp:sp modelId="{2E269CE5-92CF-403D-A997-4B50C9D3BF18}">
      <dsp:nvSpPr>
        <dsp:cNvPr id="0" name=""/>
        <dsp:cNvSpPr/>
      </dsp:nvSpPr>
      <dsp:spPr>
        <a:xfrm>
          <a:off x="0" y="1926107"/>
          <a:ext cx="9905999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4000" kern="1200" smtClean="0"/>
            <a:t>Menu secondaire</a:t>
          </a:r>
          <a:endParaRPr lang="fr-CH" sz="4000" kern="1200"/>
        </a:p>
      </dsp:txBody>
      <dsp:txXfrm>
        <a:off x="44549" y="1970656"/>
        <a:ext cx="9816901" cy="823502"/>
      </dsp:txXfrm>
    </dsp:sp>
    <dsp:sp modelId="{CF758400-F529-4CEA-AC29-377852BA8113}">
      <dsp:nvSpPr>
        <dsp:cNvPr id="0" name=""/>
        <dsp:cNvSpPr/>
      </dsp:nvSpPr>
      <dsp:spPr>
        <a:xfrm>
          <a:off x="0" y="2838706"/>
          <a:ext cx="9905999" cy="66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50800" rIns="284480" bIns="50800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3100" kern="1200" smtClean="0"/>
            <a:t>Changer de dossier</a:t>
          </a:r>
          <a:endParaRPr lang="fr-CH" sz="3100" kern="1200"/>
        </a:p>
      </dsp:txBody>
      <dsp:txXfrm>
        <a:off x="0" y="2838706"/>
        <a:ext cx="9905999" cy="662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DBC7A-62BF-4688-A5DD-D9D832068723}">
      <dsp:nvSpPr>
        <dsp:cNvPr id="0" name=""/>
        <dsp:cNvSpPr/>
      </dsp:nvSpPr>
      <dsp:spPr>
        <a:xfrm>
          <a:off x="0" y="97419"/>
          <a:ext cx="9905999" cy="3878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700" kern="1200" dirty="0" smtClean="0"/>
            <a:t>Zoom</a:t>
          </a:r>
          <a:endParaRPr lang="fr-CH" sz="1700" kern="1200" dirty="0"/>
        </a:p>
      </dsp:txBody>
      <dsp:txXfrm>
        <a:off x="18934" y="116353"/>
        <a:ext cx="9868131" cy="349987"/>
      </dsp:txXfrm>
    </dsp:sp>
    <dsp:sp modelId="{00E4CDF2-9FF2-49ED-938F-F0CE078C5E10}">
      <dsp:nvSpPr>
        <dsp:cNvPr id="0" name=""/>
        <dsp:cNvSpPr/>
      </dsp:nvSpPr>
      <dsp:spPr>
        <a:xfrm>
          <a:off x="0" y="485274"/>
          <a:ext cx="9905999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1300" kern="1200" dirty="0" smtClean="0"/>
            <a:t>Permet d’agrandir un portion de l’image</a:t>
          </a:r>
          <a:endParaRPr lang="fr-CH" sz="1300" kern="1200" dirty="0"/>
        </a:p>
      </dsp:txBody>
      <dsp:txXfrm>
        <a:off x="0" y="485274"/>
        <a:ext cx="9905999" cy="281520"/>
      </dsp:txXfrm>
    </dsp:sp>
    <dsp:sp modelId="{1D558807-FBC5-452C-835F-46C4456F6282}">
      <dsp:nvSpPr>
        <dsp:cNvPr id="0" name=""/>
        <dsp:cNvSpPr/>
      </dsp:nvSpPr>
      <dsp:spPr>
        <a:xfrm>
          <a:off x="0" y="766794"/>
          <a:ext cx="9905999" cy="3878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700" kern="1200" dirty="0" err="1" smtClean="0"/>
            <a:t>Unzoom</a:t>
          </a:r>
          <a:endParaRPr lang="fr-CH" sz="1700" kern="1200" dirty="0"/>
        </a:p>
      </dsp:txBody>
      <dsp:txXfrm>
        <a:off x="18934" y="785728"/>
        <a:ext cx="9868131" cy="349987"/>
      </dsp:txXfrm>
    </dsp:sp>
    <dsp:sp modelId="{AF54CCFA-05DD-4460-AD87-92B78C9F96F7}">
      <dsp:nvSpPr>
        <dsp:cNvPr id="0" name=""/>
        <dsp:cNvSpPr/>
      </dsp:nvSpPr>
      <dsp:spPr>
        <a:xfrm>
          <a:off x="0" y="1154649"/>
          <a:ext cx="9905999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1300" kern="1200" dirty="0" smtClean="0"/>
            <a:t>Permet de reculer</a:t>
          </a:r>
          <a:endParaRPr lang="fr-CH" sz="1300" kern="1200" dirty="0"/>
        </a:p>
      </dsp:txBody>
      <dsp:txXfrm>
        <a:off x="0" y="1154649"/>
        <a:ext cx="9905999" cy="281520"/>
      </dsp:txXfrm>
    </dsp:sp>
    <dsp:sp modelId="{7AA5FD12-5B88-4E42-951D-D8CB4B46D4C5}">
      <dsp:nvSpPr>
        <dsp:cNvPr id="0" name=""/>
        <dsp:cNvSpPr/>
      </dsp:nvSpPr>
      <dsp:spPr>
        <a:xfrm>
          <a:off x="0" y="1436169"/>
          <a:ext cx="9905999" cy="3878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700" kern="1200" dirty="0" smtClean="0"/>
            <a:t>Scroll</a:t>
          </a:r>
          <a:endParaRPr lang="fr-CH" sz="1700" kern="1200" dirty="0"/>
        </a:p>
      </dsp:txBody>
      <dsp:txXfrm>
        <a:off x="18934" y="1455103"/>
        <a:ext cx="9868131" cy="349987"/>
      </dsp:txXfrm>
    </dsp:sp>
    <dsp:sp modelId="{FD838E25-F184-4F66-B55F-92A7F788F069}">
      <dsp:nvSpPr>
        <dsp:cNvPr id="0" name=""/>
        <dsp:cNvSpPr/>
      </dsp:nvSpPr>
      <dsp:spPr>
        <a:xfrm>
          <a:off x="0" y="1824024"/>
          <a:ext cx="9905999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1300" kern="1200" dirty="0" smtClean="0"/>
            <a:t>Permet de se déplacer dans l’image</a:t>
          </a:r>
          <a:endParaRPr lang="fr-CH" sz="1300" kern="1200" dirty="0"/>
        </a:p>
      </dsp:txBody>
      <dsp:txXfrm>
        <a:off x="0" y="1824024"/>
        <a:ext cx="9905999" cy="281520"/>
      </dsp:txXfrm>
    </dsp:sp>
    <dsp:sp modelId="{AA192DF2-7B36-488A-8EA5-2B0223F6731E}">
      <dsp:nvSpPr>
        <dsp:cNvPr id="0" name=""/>
        <dsp:cNvSpPr/>
      </dsp:nvSpPr>
      <dsp:spPr>
        <a:xfrm>
          <a:off x="0" y="2105544"/>
          <a:ext cx="9905999" cy="3878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700" kern="1200" dirty="0" smtClean="0"/>
            <a:t>Watch</a:t>
          </a:r>
          <a:endParaRPr lang="fr-CH" sz="1700" kern="1200" dirty="0"/>
        </a:p>
      </dsp:txBody>
      <dsp:txXfrm>
        <a:off x="18934" y="2124478"/>
        <a:ext cx="9868131" cy="349987"/>
      </dsp:txXfrm>
    </dsp:sp>
    <dsp:sp modelId="{380CBBCF-B408-458A-AFC2-5D9221427B97}">
      <dsp:nvSpPr>
        <dsp:cNvPr id="0" name=""/>
        <dsp:cNvSpPr/>
      </dsp:nvSpPr>
      <dsp:spPr>
        <a:xfrm>
          <a:off x="0" y="2493399"/>
          <a:ext cx="9905999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1300" kern="1200" dirty="0" smtClean="0"/>
            <a:t>Permet de regarder un élément</a:t>
          </a:r>
          <a:endParaRPr lang="fr-CH" sz="1300" kern="1200" dirty="0"/>
        </a:p>
      </dsp:txBody>
      <dsp:txXfrm>
        <a:off x="0" y="2493399"/>
        <a:ext cx="9905999" cy="281520"/>
      </dsp:txXfrm>
    </dsp:sp>
    <dsp:sp modelId="{801D391A-848D-41DE-B4D3-749409F1EF93}">
      <dsp:nvSpPr>
        <dsp:cNvPr id="0" name=""/>
        <dsp:cNvSpPr/>
      </dsp:nvSpPr>
      <dsp:spPr>
        <a:xfrm>
          <a:off x="0" y="2774919"/>
          <a:ext cx="9905999" cy="3878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1700" kern="1200" dirty="0" smtClean="0"/>
            <a:t>Select</a:t>
          </a:r>
          <a:endParaRPr lang="fr-CH" sz="1700" kern="1200" dirty="0"/>
        </a:p>
      </dsp:txBody>
      <dsp:txXfrm>
        <a:off x="18934" y="2793853"/>
        <a:ext cx="9868131" cy="349987"/>
      </dsp:txXfrm>
    </dsp:sp>
    <dsp:sp modelId="{49B9DF12-9398-4471-9250-4C285CF14218}">
      <dsp:nvSpPr>
        <dsp:cNvPr id="0" name=""/>
        <dsp:cNvSpPr/>
      </dsp:nvSpPr>
      <dsp:spPr>
        <a:xfrm>
          <a:off x="0" y="3162774"/>
          <a:ext cx="9905999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CH" sz="1300" kern="1200" dirty="0" smtClean="0"/>
            <a:t>Permet de sélectionner un élément</a:t>
          </a:r>
          <a:endParaRPr lang="fr-CH" sz="1300" kern="1200" dirty="0"/>
        </a:p>
      </dsp:txBody>
      <dsp:txXfrm>
        <a:off x="0" y="3162774"/>
        <a:ext cx="9905999" cy="2815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A2E23-6F4D-42E5-A641-5C3B8047E137}">
      <dsp:nvSpPr>
        <dsp:cNvPr id="0" name=""/>
        <dsp:cNvSpPr/>
      </dsp:nvSpPr>
      <dsp:spPr>
        <a:xfrm>
          <a:off x="0" y="22607"/>
          <a:ext cx="9905999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3500" kern="1200" smtClean="0"/>
            <a:t>Gestions des erreurs</a:t>
          </a:r>
          <a:endParaRPr lang="fr-CH" sz="3500" kern="1200"/>
        </a:p>
      </dsp:txBody>
      <dsp:txXfrm>
        <a:off x="38981" y="61588"/>
        <a:ext cx="9828037" cy="720562"/>
      </dsp:txXfrm>
    </dsp:sp>
    <dsp:sp modelId="{A05AB10D-CE9E-4740-9961-7CA2052E4C39}">
      <dsp:nvSpPr>
        <dsp:cNvPr id="0" name=""/>
        <dsp:cNvSpPr/>
      </dsp:nvSpPr>
      <dsp:spPr>
        <a:xfrm>
          <a:off x="0" y="921932"/>
          <a:ext cx="9905999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3500" kern="1200" smtClean="0"/>
            <a:t>Corrections des bugs</a:t>
          </a:r>
          <a:endParaRPr lang="fr-CH" sz="3500" kern="1200"/>
        </a:p>
      </dsp:txBody>
      <dsp:txXfrm>
        <a:off x="38981" y="960913"/>
        <a:ext cx="9828037" cy="720562"/>
      </dsp:txXfrm>
    </dsp:sp>
    <dsp:sp modelId="{7530D3B1-44E6-4305-A75F-5317E8518830}">
      <dsp:nvSpPr>
        <dsp:cNvPr id="0" name=""/>
        <dsp:cNvSpPr/>
      </dsp:nvSpPr>
      <dsp:spPr>
        <a:xfrm>
          <a:off x="0" y="1821257"/>
          <a:ext cx="9905999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3500" kern="1200" smtClean="0"/>
            <a:t>Navigateur complet</a:t>
          </a:r>
          <a:endParaRPr lang="fr-CH" sz="3500" kern="1200"/>
        </a:p>
      </dsp:txBody>
      <dsp:txXfrm>
        <a:off x="38981" y="1860238"/>
        <a:ext cx="9828037" cy="720562"/>
      </dsp:txXfrm>
    </dsp:sp>
    <dsp:sp modelId="{75776410-8455-4E3F-9111-3F65B4013C9D}">
      <dsp:nvSpPr>
        <dsp:cNvPr id="0" name=""/>
        <dsp:cNvSpPr/>
      </dsp:nvSpPr>
      <dsp:spPr>
        <a:xfrm>
          <a:off x="0" y="2720581"/>
          <a:ext cx="9905999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H" sz="3500" kern="1200" smtClean="0"/>
            <a:t>Bac-à-sable</a:t>
          </a:r>
          <a:endParaRPr lang="fr-CH" sz="3500" kern="1200"/>
        </a:p>
      </dsp:txBody>
      <dsp:txXfrm>
        <a:off x="38981" y="2759562"/>
        <a:ext cx="9828037" cy="720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65982-0E77-45AA-8E05-8448D4A648BD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6AED3-DDBC-4B69-8613-49B1CB1DC10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6996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B6AED3-DDBC-4B69-8613-49B1CB1DC10C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19863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TODO mettre image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B6AED3-DDBC-4B69-8613-49B1CB1DC10C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55539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TODO image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B6AED3-DDBC-4B69-8613-49B1CB1DC10C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626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2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105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4628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8505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36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98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154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44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9909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72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9554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1186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83591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90933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4764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7615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202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1ED54-F92D-43DD-9F3A-305F709C4501}" type="datetimeFigureOut">
              <a:rPr lang="fr-CH" smtClean="0"/>
              <a:t>05.06.2014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76520-4DA2-43A3-A5B7-22D860E522C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70503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705394"/>
            <a:ext cx="8791575" cy="1620203"/>
          </a:xfrm>
        </p:spPr>
        <p:txBody>
          <a:bodyPr/>
          <a:lstStyle/>
          <a:p>
            <a:r>
              <a:rPr lang="fr-CH" dirty="0" smtClean="0"/>
              <a:t>Visualisation des images avec un «</a:t>
            </a:r>
            <a:r>
              <a:rPr lang="fr-CH" dirty="0" err="1" smtClean="0"/>
              <a:t>eye</a:t>
            </a:r>
            <a:r>
              <a:rPr lang="fr-CH" dirty="0" smtClean="0"/>
              <a:t> </a:t>
            </a:r>
            <a:r>
              <a:rPr lang="fr-CH" dirty="0" err="1" smtClean="0"/>
              <a:t>tracker</a:t>
            </a:r>
            <a:r>
              <a:rPr lang="fr-CH" dirty="0" smtClean="0"/>
              <a:t>»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2325597"/>
            <a:ext cx="8791575" cy="1655762"/>
          </a:xfrm>
        </p:spPr>
        <p:txBody>
          <a:bodyPr>
            <a:normAutofit fontScale="92500" lnSpcReduction="20000"/>
          </a:bodyPr>
          <a:lstStyle/>
          <a:p>
            <a:r>
              <a:rPr lang="fr-CH" dirty="0" smtClean="0"/>
              <a:t>Projet d’approfondissement</a:t>
            </a:r>
          </a:p>
          <a:p>
            <a:endParaRPr lang="fr-CH" dirty="0"/>
          </a:p>
          <a:p>
            <a:r>
              <a:rPr lang="fr-CH" dirty="0" smtClean="0"/>
              <a:t>Auteur:		William Droz</a:t>
            </a:r>
          </a:p>
          <a:p>
            <a:r>
              <a:rPr lang="fr-CH" dirty="0" smtClean="0"/>
              <a:t>Conseiller:	Prof. Olivier Hüsser</a:t>
            </a:r>
            <a:endParaRPr lang="fr-CH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28" y="4863480"/>
            <a:ext cx="2547076" cy="160778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681" y="5836269"/>
            <a:ext cx="37973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3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Objectifs</a:t>
            </a:r>
            <a:endParaRPr lang="fr-CH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136697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84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Sommaire</a:t>
            </a:r>
            <a:endParaRPr lang="fr-CH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875403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094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Introduction</a:t>
            </a:r>
            <a:endParaRPr lang="fr-CH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096503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86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Résultats obtenus – Menu principal</a:t>
            </a:r>
            <a:endParaRPr lang="fr-CH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84" y="1785258"/>
            <a:ext cx="7910142" cy="44494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253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Résultats obtenus – Menu secondaire</a:t>
            </a:r>
            <a:endParaRPr lang="fr-CH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783" y="1902546"/>
            <a:ext cx="5564406" cy="43066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65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actions possibles</a:t>
            </a:r>
            <a:endParaRPr lang="fr-CH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0948020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283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challenges – «quel contrôle est regardé» ?</a:t>
            </a:r>
            <a:endParaRPr lang="fr-CH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793" y="2655026"/>
            <a:ext cx="3352800" cy="1600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1409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challenges – le Zoom</a:t>
            </a:r>
            <a:endParaRPr lang="fr-CH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59" y="1863167"/>
            <a:ext cx="7106058" cy="430712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304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challenges – utiliser un autre capteur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5486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Démonstration – par mes soins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91571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améliorations possibles</a:t>
            </a:r>
            <a:endParaRPr lang="fr-CH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465743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80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conclusion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8529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Démonstration – par un volontaire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221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88</TotalTime>
  <Words>157</Words>
  <Application>Microsoft Office PowerPoint</Application>
  <PresentationFormat>Grand écran</PresentationFormat>
  <Paragraphs>54</Paragraphs>
  <Slides>14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Tw Cen MT</vt:lpstr>
      <vt:lpstr>Circuit</vt:lpstr>
      <vt:lpstr>Visualisation des images avec un «eye tracker»</vt:lpstr>
      <vt:lpstr>Objectifs</vt:lpstr>
      <vt:lpstr>Sommaire</vt:lpstr>
      <vt:lpstr>Introduction</vt:lpstr>
      <vt:lpstr>Résultats obtenus – Menu principal</vt:lpstr>
      <vt:lpstr>Résultats obtenus – Menu secondaire</vt:lpstr>
      <vt:lpstr>Les actions possibles</vt:lpstr>
      <vt:lpstr>Les challenges – «quel contrôle est regardé» ?</vt:lpstr>
      <vt:lpstr>Les challenges – le Zoom</vt:lpstr>
      <vt:lpstr>Les challenges – utiliser un autre capteur</vt:lpstr>
      <vt:lpstr>Démonstration – par mes soins</vt:lpstr>
      <vt:lpstr>Les améliorations possibles</vt:lpstr>
      <vt:lpstr>conclusion</vt:lpstr>
      <vt:lpstr>Démonstration – par un volontaire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78</cp:revision>
  <dcterms:created xsi:type="dcterms:W3CDTF">2014-06-03T10:50:27Z</dcterms:created>
  <dcterms:modified xsi:type="dcterms:W3CDTF">2014-06-05T13:54:14Z</dcterms:modified>
</cp:coreProperties>
</file>